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3.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48" r:id="rId2"/>
    <p:sldMasterId id="2147484016" r:id="rId3"/>
    <p:sldMasterId id="2147484030" r:id="rId4"/>
  </p:sldMasterIdLst>
  <p:notesMasterIdLst>
    <p:notesMasterId r:id="rId14"/>
  </p:notesMasterIdLst>
  <p:sldIdLst>
    <p:sldId id="490" r:id="rId5"/>
    <p:sldId id="281" r:id="rId6"/>
    <p:sldId id="493" r:id="rId7"/>
    <p:sldId id="494" r:id="rId8"/>
    <p:sldId id="495" r:id="rId9"/>
    <p:sldId id="496" r:id="rId10"/>
    <p:sldId id="497" r:id="rId11"/>
    <p:sldId id="498" r:id="rId12"/>
    <p:sldId id="492" r:id="rId13"/>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87C5"/>
    <a:srgbClr val="D56C51"/>
    <a:srgbClr val="132E5F"/>
    <a:srgbClr val="DDB555"/>
    <a:srgbClr val="D8A325"/>
    <a:srgbClr val="F2D3CA"/>
    <a:srgbClr val="F1E1B9"/>
    <a:srgbClr val="DBB047"/>
    <a:srgbClr val="FBC5D3"/>
    <a:srgbClr val="960B2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8889" autoAdjust="0"/>
  </p:normalViewPr>
  <p:slideViewPr>
    <p:cSldViewPr snapToGrid="0">
      <p:cViewPr varScale="1">
        <p:scale>
          <a:sx n="70" d="100"/>
          <a:sy n="70" d="100"/>
        </p:scale>
        <p:origin x="702" y="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91D6B6-2D39-47CD-BB36-56B3819458DA}" type="datetimeFigureOut">
              <a:rPr lang="es-CO" smtClean="0"/>
              <a:t>5/11/2025</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176AFA-FBB0-4A00-A0F7-84DDA867486E}" type="slidenum">
              <a:rPr lang="es-CO" smtClean="0"/>
              <a:t>‹Nº›</a:t>
            </a:fld>
            <a:endParaRPr lang="es-CO"/>
          </a:p>
        </p:txBody>
      </p:sp>
    </p:spTree>
    <p:extLst>
      <p:ext uri="{BB962C8B-B14F-4D97-AF65-F5344CB8AC3E}">
        <p14:creationId xmlns:p14="http://schemas.microsoft.com/office/powerpoint/2010/main" val="29729550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05176AFA-FBB0-4A00-A0F7-84DDA867486E}" type="slidenum">
              <a:rPr lang="es-CO" smtClean="0"/>
              <a:t>2</a:t>
            </a:fld>
            <a:endParaRPr lang="es-CO"/>
          </a:p>
        </p:txBody>
      </p:sp>
    </p:spTree>
    <p:extLst>
      <p:ext uri="{BB962C8B-B14F-4D97-AF65-F5344CB8AC3E}">
        <p14:creationId xmlns:p14="http://schemas.microsoft.com/office/powerpoint/2010/main" val="32056439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05176AFA-FBB0-4A00-A0F7-84DDA867486E}" type="slidenum">
              <a:rPr lang="es-CO" smtClean="0"/>
              <a:t>3</a:t>
            </a:fld>
            <a:endParaRPr lang="es-CO"/>
          </a:p>
        </p:txBody>
      </p:sp>
    </p:spTree>
    <p:extLst>
      <p:ext uri="{BB962C8B-B14F-4D97-AF65-F5344CB8AC3E}">
        <p14:creationId xmlns:p14="http://schemas.microsoft.com/office/powerpoint/2010/main" val="16943677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05176AFA-FBB0-4A00-A0F7-84DDA867486E}" type="slidenum">
              <a:rPr lang="es-CO" smtClean="0"/>
              <a:t>4</a:t>
            </a:fld>
            <a:endParaRPr lang="es-CO"/>
          </a:p>
        </p:txBody>
      </p:sp>
    </p:spTree>
    <p:extLst>
      <p:ext uri="{BB962C8B-B14F-4D97-AF65-F5344CB8AC3E}">
        <p14:creationId xmlns:p14="http://schemas.microsoft.com/office/powerpoint/2010/main" val="30046863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05176AFA-FBB0-4A00-A0F7-84DDA867486E}" type="slidenum">
              <a:rPr lang="es-CO" smtClean="0"/>
              <a:t>5</a:t>
            </a:fld>
            <a:endParaRPr lang="es-CO"/>
          </a:p>
        </p:txBody>
      </p:sp>
    </p:spTree>
    <p:extLst>
      <p:ext uri="{BB962C8B-B14F-4D97-AF65-F5344CB8AC3E}">
        <p14:creationId xmlns:p14="http://schemas.microsoft.com/office/powerpoint/2010/main" val="18793832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05176AFA-FBB0-4A00-A0F7-84DDA867486E}" type="slidenum">
              <a:rPr lang="es-CO" smtClean="0"/>
              <a:t>6</a:t>
            </a:fld>
            <a:endParaRPr lang="es-CO"/>
          </a:p>
        </p:txBody>
      </p:sp>
    </p:spTree>
    <p:extLst>
      <p:ext uri="{BB962C8B-B14F-4D97-AF65-F5344CB8AC3E}">
        <p14:creationId xmlns:p14="http://schemas.microsoft.com/office/powerpoint/2010/main" val="33301834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05176AFA-FBB0-4A00-A0F7-84DDA867486E}" type="slidenum">
              <a:rPr lang="es-CO" smtClean="0"/>
              <a:t>7</a:t>
            </a:fld>
            <a:endParaRPr lang="es-CO"/>
          </a:p>
        </p:txBody>
      </p:sp>
    </p:spTree>
    <p:extLst>
      <p:ext uri="{BB962C8B-B14F-4D97-AF65-F5344CB8AC3E}">
        <p14:creationId xmlns:p14="http://schemas.microsoft.com/office/powerpoint/2010/main" val="22343777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05176AFA-FBB0-4A00-A0F7-84DDA867486E}" type="slidenum">
              <a:rPr lang="es-CO" smtClean="0"/>
              <a:t>8</a:t>
            </a:fld>
            <a:endParaRPr lang="es-CO"/>
          </a:p>
        </p:txBody>
      </p:sp>
    </p:spTree>
    <p:extLst>
      <p:ext uri="{BB962C8B-B14F-4D97-AF65-F5344CB8AC3E}">
        <p14:creationId xmlns:p14="http://schemas.microsoft.com/office/powerpoint/2010/main" val="42342417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05176AFA-FBB0-4A00-A0F7-84DDA867486E}" type="slidenum">
              <a:rPr lang="es-CO" smtClean="0"/>
              <a:t>9</a:t>
            </a:fld>
            <a:endParaRPr lang="es-CO"/>
          </a:p>
        </p:txBody>
      </p:sp>
    </p:spTree>
    <p:extLst>
      <p:ext uri="{BB962C8B-B14F-4D97-AF65-F5344CB8AC3E}">
        <p14:creationId xmlns:p14="http://schemas.microsoft.com/office/powerpoint/2010/main" val="39298748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3 Options">
    <p:spTree>
      <p:nvGrpSpPr>
        <p:cNvPr id="1" name=""/>
        <p:cNvGrpSpPr/>
        <p:nvPr/>
      </p:nvGrpSpPr>
      <p:grpSpPr>
        <a:xfrm>
          <a:off x="0" y="0"/>
          <a:ext cx="0" cy="0"/>
          <a:chOff x="0" y="0"/>
          <a:chExt cx="0" cy="0"/>
        </a:xfrm>
      </p:grpSpPr>
      <p:sp>
        <p:nvSpPr>
          <p:cNvPr id="7" name="Text Placeholder 33"/>
          <p:cNvSpPr>
            <a:spLocks noGrp="1"/>
          </p:cNvSpPr>
          <p:nvPr>
            <p:ph type="body" sz="quarter" idx="11" hasCustomPrompt="1"/>
          </p:nvPr>
        </p:nvSpPr>
        <p:spPr>
          <a:xfrm>
            <a:off x="7304405" y="1560511"/>
            <a:ext cx="3855720" cy="968376"/>
          </a:xfrm>
          <a:prstGeom prst="rect">
            <a:avLst/>
          </a:prstGeom>
        </p:spPr>
        <p:txBody>
          <a:bodyPr>
            <a:noAutofit/>
          </a:bodyPr>
          <a:lstStyle>
            <a:lvl1pPr marL="0" indent="0">
              <a:buNone/>
              <a:defRPr sz="11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Lorem ipsum dolor sit amet, consectetur adipiscing elit, sed do eiusmod tempor incididunt ut labore et dolore magna aliqua. Ut enim ad minim veniam, quis nostrud exercitation ullamco laboris nisi ut aliquip ex ea commodo consequat. </a:t>
            </a:r>
          </a:p>
        </p:txBody>
      </p:sp>
      <p:sp>
        <p:nvSpPr>
          <p:cNvPr id="8" name="Text Placeholder 36"/>
          <p:cNvSpPr>
            <a:spLocks noGrp="1"/>
          </p:cNvSpPr>
          <p:nvPr>
            <p:ph type="body" sz="quarter" idx="14" hasCustomPrompt="1"/>
          </p:nvPr>
        </p:nvSpPr>
        <p:spPr>
          <a:xfrm>
            <a:off x="7304404" y="1152523"/>
            <a:ext cx="2531747" cy="541338"/>
          </a:xfrm>
          <a:prstGeom prst="rect">
            <a:avLst/>
          </a:prstGeom>
        </p:spPr>
        <p:txBody>
          <a:bodyPr>
            <a:noAutofit/>
          </a:bodyPr>
          <a:lstStyle>
            <a:lvl1pPr marL="0" indent="0" algn="l">
              <a:buNone/>
              <a:defRPr kumimoji="0" lang="en-US" sz="20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01</a:t>
            </a:r>
            <a:endParaRPr lang="ru-RU" dirty="0"/>
          </a:p>
        </p:txBody>
      </p:sp>
      <p:sp>
        <p:nvSpPr>
          <p:cNvPr id="9" name="Text Placeholder 33"/>
          <p:cNvSpPr>
            <a:spLocks noGrp="1"/>
          </p:cNvSpPr>
          <p:nvPr>
            <p:ph type="body" sz="quarter" idx="15" hasCustomPrompt="1"/>
          </p:nvPr>
        </p:nvSpPr>
        <p:spPr>
          <a:xfrm>
            <a:off x="7304405" y="3355971"/>
            <a:ext cx="3855720" cy="968376"/>
          </a:xfrm>
          <a:prstGeom prst="rect">
            <a:avLst/>
          </a:prstGeom>
        </p:spPr>
        <p:txBody>
          <a:bodyPr>
            <a:noAutofit/>
          </a:bodyPr>
          <a:lstStyle>
            <a:lvl1pPr marL="0" indent="0">
              <a:buNone/>
              <a:defRPr sz="11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Lorem ipsum dolor sit amet, consectetur adipiscing elit, sed do eiusmod tempor incididunt ut labore et dolore magna aliqua. Ut enim ad minim veniam, quis nostrud exercitation ullamco laboris nisi ut aliquip ex ea commodo consequat. </a:t>
            </a:r>
          </a:p>
        </p:txBody>
      </p:sp>
      <p:sp>
        <p:nvSpPr>
          <p:cNvPr id="10" name="Text Placeholder 36"/>
          <p:cNvSpPr>
            <a:spLocks noGrp="1"/>
          </p:cNvSpPr>
          <p:nvPr>
            <p:ph type="body" sz="quarter" idx="16" hasCustomPrompt="1"/>
          </p:nvPr>
        </p:nvSpPr>
        <p:spPr>
          <a:xfrm>
            <a:off x="7304404" y="2947983"/>
            <a:ext cx="2531747" cy="541338"/>
          </a:xfrm>
          <a:prstGeom prst="rect">
            <a:avLst/>
          </a:prstGeom>
        </p:spPr>
        <p:txBody>
          <a:bodyPr>
            <a:noAutofit/>
          </a:bodyPr>
          <a:lstStyle>
            <a:lvl1pPr marL="0" indent="0" algn="l">
              <a:buNone/>
              <a:defRPr kumimoji="0" lang="en-US" sz="20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02</a:t>
            </a:r>
            <a:endParaRPr lang="ru-RU" dirty="0"/>
          </a:p>
        </p:txBody>
      </p:sp>
      <p:sp>
        <p:nvSpPr>
          <p:cNvPr id="11" name="Text Placeholder 33"/>
          <p:cNvSpPr>
            <a:spLocks noGrp="1"/>
          </p:cNvSpPr>
          <p:nvPr>
            <p:ph type="body" sz="quarter" idx="17" hasCustomPrompt="1"/>
          </p:nvPr>
        </p:nvSpPr>
        <p:spPr>
          <a:xfrm>
            <a:off x="7304405" y="5151431"/>
            <a:ext cx="3855720" cy="968376"/>
          </a:xfrm>
          <a:prstGeom prst="rect">
            <a:avLst/>
          </a:prstGeom>
        </p:spPr>
        <p:txBody>
          <a:bodyPr>
            <a:noAutofit/>
          </a:bodyPr>
          <a:lstStyle>
            <a:lvl1pPr marL="0" indent="0">
              <a:buNone/>
              <a:defRPr sz="11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Lorem ipsum dolor sit amet, consectetur adipiscing elit, sed do eiusmod tempor incididunt ut labore et dolore magna aliqua. Ut enim ad minim veniam, quis nostrud exercitation ullamco laboris nisi ut aliquip ex ea commodo consequat. </a:t>
            </a:r>
          </a:p>
        </p:txBody>
      </p:sp>
      <p:sp>
        <p:nvSpPr>
          <p:cNvPr id="12" name="Text Placeholder 36"/>
          <p:cNvSpPr>
            <a:spLocks noGrp="1"/>
          </p:cNvSpPr>
          <p:nvPr>
            <p:ph type="body" sz="quarter" idx="18" hasCustomPrompt="1"/>
          </p:nvPr>
        </p:nvSpPr>
        <p:spPr>
          <a:xfrm>
            <a:off x="7304404" y="4743443"/>
            <a:ext cx="2531747" cy="541338"/>
          </a:xfrm>
          <a:prstGeom prst="rect">
            <a:avLst/>
          </a:prstGeom>
        </p:spPr>
        <p:txBody>
          <a:bodyPr>
            <a:noAutofit/>
          </a:bodyPr>
          <a:lstStyle>
            <a:lvl1pPr marL="0" indent="0" algn="l">
              <a:buNone/>
              <a:defRPr kumimoji="0" lang="en-US" sz="20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03</a:t>
            </a:r>
            <a:endParaRPr lang="ru-RU" dirty="0"/>
          </a:p>
        </p:txBody>
      </p:sp>
    </p:spTree>
    <p:extLst>
      <p:ext uri="{BB962C8B-B14F-4D97-AF65-F5344CB8AC3E}">
        <p14:creationId xmlns:p14="http://schemas.microsoft.com/office/powerpoint/2010/main" val="2452139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4 Options">
    <p:spTree>
      <p:nvGrpSpPr>
        <p:cNvPr id="1" name=""/>
        <p:cNvGrpSpPr/>
        <p:nvPr/>
      </p:nvGrpSpPr>
      <p:grpSpPr>
        <a:xfrm>
          <a:off x="0" y="0"/>
          <a:ext cx="0" cy="0"/>
          <a:chOff x="0" y="0"/>
          <a:chExt cx="0" cy="0"/>
        </a:xfrm>
      </p:grpSpPr>
      <p:sp>
        <p:nvSpPr>
          <p:cNvPr id="7" name="Text Placeholder 33"/>
          <p:cNvSpPr>
            <a:spLocks noGrp="1"/>
          </p:cNvSpPr>
          <p:nvPr>
            <p:ph type="body" sz="quarter" idx="11" hasCustomPrompt="1"/>
          </p:nvPr>
        </p:nvSpPr>
        <p:spPr>
          <a:xfrm>
            <a:off x="7304405" y="1044318"/>
            <a:ext cx="3855720" cy="821354"/>
          </a:xfrm>
          <a:prstGeom prst="rect">
            <a:avLst/>
          </a:prstGeom>
        </p:spPr>
        <p:txBody>
          <a:bodyPr>
            <a:noAutofit/>
          </a:bodyPr>
          <a:lstStyle>
            <a:lvl1pPr marL="0" indent="0">
              <a:buNone/>
              <a:defRPr sz="105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Lorem ipsum dolor sit amet, consectetur adipiscing elit, sed do eiusmod tempor incididunt ut labore et dolore magna aliqua. Ut enim ad minim veniam, quis nostrud exercitation ullamco laboris nisi ut aliquip ex ea commodo consequat. </a:t>
            </a:r>
          </a:p>
        </p:txBody>
      </p:sp>
      <p:sp>
        <p:nvSpPr>
          <p:cNvPr id="8" name="Text Placeholder 36"/>
          <p:cNvSpPr>
            <a:spLocks noGrp="1"/>
          </p:cNvSpPr>
          <p:nvPr>
            <p:ph type="body" sz="quarter" idx="14" hasCustomPrompt="1"/>
          </p:nvPr>
        </p:nvSpPr>
        <p:spPr>
          <a:xfrm>
            <a:off x="7304404" y="636330"/>
            <a:ext cx="2531747" cy="541338"/>
          </a:xfrm>
          <a:prstGeom prst="rect">
            <a:avLst/>
          </a:prstGeom>
        </p:spPr>
        <p:txBody>
          <a:bodyPr>
            <a:noAutofit/>
          </a:bodyPr>
          <a:lstStyle>
            <a:lvl1pPr marL="0" indent="0" algn="l">
              <a:buNone/>
              <a:defRPr kumimoji="0" lang="en-US" sz="16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01</a:t>
            </a:r>
            <a:endParaRPr lang="ru-RU" dirty="0"/>
          </a:p>
        </p:txBody>
      </p:sp>
      <p:sp>
        <p:nvSpPr>
          <p:cNvPr id="13" name="Text Placeholder 33"/>
          <p:cNvSpPr>
            <a:spLocks noGrp="1"/>
          </p:cNvSpPr>
          <p:nvPr>
            <p:ph type="body" sz="quarter" idx="15" hasCustomPrompt="1"/>
          </p:nvPr>
        </p:nvSpPr>
        <p:spPr>
          <a:xfrm>
            <a:off x="7304405" y="2511782"/>
            <a:ext cx="3855720" cy="821354"/>
          </a:xfrm>
          <a:prstGeom prst="rect">
            <a:avLst/>
          </a:prstGeom>
        </p:spPr>
        <p:txBody>
          <a:bodyPr>
            <a:noAutofit/>
          </a:bodyPr>
          <a:lstStyle>
            <a:lvl1pPr marL="0" indent="0">
              <a:buNone/>
              <a:defRPr sz="105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Lorem ipsum dolor sit amet, consectetur adipiscing elit, sed do eiusmod tempor incididunt ut labore et dolore magna aliqua. Ut enim ad minim veniam, quis nostrud exercitation ullamco laboris nisi ut aliquip ex ea commodo consequat. </a:t>
            </a:r>
          </a:p>
        </p:txBody>
      </p:sp>
      <p:sp>
        <p:nvSpPr>
          <p:cNvPr id="14" name="Text Placeholder 36"/>
          <p:cNvSpPr>
            <a:spLocks noGrp="1"/>
          </p:cNvSpPr>
          <p:nvPr>
            <p:ph type="body" sz="quarter" idx="16" hasCustomPrompt="1"/>
          </p:nvPr>
        </p:nvSpPr>
        <p:spPr>
          <a:xfrm>
            <a:off x="7304404" y="2103794"/>
            <a:ext cx="2531747" cy="541338"/>
          </a:xfrm>
          <a:prstGeom prst="rect">
            <a:avLst/>
          </a:prstGeom>
        </p:spPr>
        <p:txBody>
          <a:bodyPr>
            <a:noAutofit/>
          </a:bodyPr>
          <a:lstStyle>
            <a:lvl1pPr marL="0" indent="0" algn="l">
              <a:buNone/>
              <a:defRPr kumimoji="0" lang="en-US" sz="16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02</a:t>
            </a:r>
            <a:endParaRPr lang="ru-RU" dirty="0"/>
          </a:p>
        </p:txBody>
      </p:sp>
      <p:sp>
        <p:nvSpPr>
          <p:cNvPr id="15" name="Text Placeholder 33"/>
          <p:cNvSpPr>
            <a:spLocks noGrp="1"/>
          </p:cNvSpPr>
          <p:nvPr>
            <p:ph type="body" sz="quarter" idx="17" hasCustomPrompt="1"/>
          </p:nvPr>
        </p:nvSpPr>
        <p:spPr>
          <a:xfrm>
            <a:off x="7304405" y="3986620"/>
            <a:ext cx="3855720" cy="821354"/>
          </a:xfrm>
          <a:prstGeom prst="rect">
            <a:avLst/>
          </a:prstGeom>
        </p:spPr>
        <p:txBody>
          <a:bodyPr>
            <a:noAutofit/>
          </a:bodyPr>
          <a:lstStyle>
            <a:lvl1pPr marL="0" indent="0">
              <a:buNone/>
              <a:defRPr sz="105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Lorem ipsum dolor sit amet, consectetur adipiscing elit, sed do eiusmod tempor incididunt ut labore et dolore magna aliqua. Ut enim ad minim veniam, quis nostrud exercitation ullamco laboris nisi ut aliquip ex ea commodo consequat. </a:t>
            </a:r>
          </a:p>
        </p:txBody>
      </p:sp>
      <p:sp>
        <p:nvSpPr>
          <p:cNvPr id="16" name="Text Placeholder 36"/>
          <p:cNvSpPr>
            <a:spLocks noGrp="1"/>
          </p:cNvSpPr>
          <p:nvPr>
            <p:ph type="body" sz="quarter" idx="18" hasCustomPrompt="1"/>
          </p:nvPr>
        </p:nvSpPr>
        <p:spPr>
          <a:xfrm>
            <a:off x="7304404" y="3578632"/>
            <a:ext cx="2531747" cy="541338"/>
          </a:xfrm>
          <a:prstGeom prst="rect">
            <a:avLst/>
          </a:prstGeom>
        </p:spPr>
        <p:txBody>
          <a:bodyPr>
            <a:noAutofit/>
          </a:bodyPr>
          <a:lstStyle>
            <a:lvl1pPr marL="0" indent="0" algn="l">
              <a:buNone/>
              <a:defRPr kumimoji="0" lang="en-US" sz="16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03</a:t>
            </a:r>
            <a:endParaRPr lang="ru-RU" dirty="0"/>
          </a:p>
        </p:txBody>
      </p:sp>
      <p:sp>
        <p:nvSpPr>
          <p:cNvPr id="17" name="Text Placeholder 33"/>
          <p:cNvSpPr>
            <a:spLocks noGrp="1"/>
          </p:cNvSpPr>
          <p:nvPr>
            <p:ph type="body" sz="quarter" idx="19" hasCustomPrompt="1"/>
          </p:nvPr>
        </p:nvSpPr>
        <p:spPr>
          <a:xfrm>
            <a:off x="7304405" y="5461458"/>
            <a:ext cx="3855720" cy="821354"/>
          </a:xfrm>
          <a:prstGeom prst="rect">
            <a:avLst/>
          </a:prstGeom>
        </p:spPr>
        <p:txBody>
          <a:bodyPr>
            <a:noAutofit/>
          </a:bodyPr>
          <a:lstStyle>
            <a:lvl1pPr marL="0" indent="0">
              <a:buNone/>
              <a:defRPr sz="105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Lorem ipsum dolor sit amet, consectetur adipiscing elit, sed do eiusmod tempor incididunt ut labore et dolore magna aliqua. Ut enim ad minim veniam, quis nostrud exercitation ullamco laboris nisi ut aliquip ex ea commodo consequat. </a:t>
            </a:r>
          </a:p>
        </p:txBody>
      </p:sp>
      <p:sp>
        <p:nvSpPr>
          <p:cNvPr id="18" name="Text Placeholder 36"/>
          <p:cNvSpPr>
            <a:spLocks noGrp="1"/>
          </p:cNvSpPr>
          <p:nvPr>
            <p:ph type="body" sz="quarter" idx="20" hasCustomPrompt="1"/>
          </p:nvPr>
        </p:nvSpPr>
        <p:spPr>
          <a:xfrm>
            <a:off x="7304404" y="5053470"/>
            <a:ext cx="2531747" cy="541338"/>
          </a:xfrm>
          <a:prstGeom prst="rect">
            <a:avLst/>
          </a:prstGeom>
        </p:spPr>
        <p:txBody>
          <a:bodyPr>
            <a:noAutofit/>
          </a:bodyPr>
          <a:lstStyle>
            <a:lvl1pPr marL="0" indent="0" algn="l">
              <a:buNone/>
              <a:defRPr kumimoji="0" lang="en-US" sz="16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04</a:t>
            </a:r>
            <a:endParaRPr lang="ru-RU" dirty="0"/>
          </a:p>
        </p:txBody>
      </p:sp>
    </p:spTree>
    <p:extLst>
      <p:ext uri="{BB962C8B-B14F-4D97-AF65-F5344CB8AC3E}">
        <p14:creationId xmlns:p14="http://schemas.microsoft.com/office/powerpoint/2010/main" val="39234546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5 Options">
    <p:spTree>
      <p:nvGrpSpPr>
        <p:cNvPr id="1" name=""/>
        <p:cNvGrpSpPr/>
        <p:nvPr/>
      </p:nvGrpSpPr>
      <p:grpSpPr>
        <a:xfrm>
          <a:off x="0" y="0"/>
          <a:ext cx="0" cy="0"/>
          <a:chOff x="0" y="0"/>
          <a:chExt cx="0" cy="0"/>
        </a:xfrm>
      </p:grpSpPr>
      <p:sp>
        <p:nvSpPr>
          <p:cNvPr id="7" name="Text Placeholder 33"/>
          <p:cNvSpPr>
            <a:spLocks noGrp="1"/>
          </p:cNvSpPr>
          <p:nvPr>
            <p:ph type="body" sz="quarter" idx="11" hasCustomPrompt="1"/>
          </p:nvPr>
        </p:nvSpPr>
        <p:spPr>
          <a:xfrm>
            <a:off x="7304404" y="960498"/>
            <a:ext cx="3855720" cy="563502"/>
          </a:xfrm>
          <a:prstGeom prst="rect">
            <a:avLst/>
          </a:prstGeom>
        </p:spPr>
        <p:txBody>
          <a:bodyPr>
            <a:noAutofit/>
          </a:bodyPr>
          <a:lstStyle>
            <a:lvl1pPr marL="0" indent="0">
              <a:buNone/>
              <a:defRPr sz="10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Lorem ipsum dolor sit amet, consectetur adipiscing elit, sed do eiusmod tempor incididunt ut labore et dolore magna aliqua. Ut enim ad minim veniam, quis nostrud exercitation</a:t>
            </a:r>
          </a:p>
        </p:txBody>
      </p:sp>
      <p:sp>
        <p:nvSpPr>
          <p:cNvPr id="8" name="Text Placeholder 36"/>
          <p:cNvSpPr>
            <a:spLocks noGrp="1"/>
          </p:cNvSpPr>
          <p:nvPr>
            <p:ph type="body" sz="quarter" idx="14" hasCustomPrompt="1"/>
          </p:nvPr>
        </p:nvSpPr>
        <p:spPr>
          <a:xfrm>
            <a:off x="7304404" y="636330"/>
            <a:ext cx="2531747" cy="541338"/>
          </a:xfrm>
          <a:prstGeom prst="rect">
            <a:avLst/>
          </a:prstGeom>
        </p:spPr>
        <p:txBody>
          <a:bodyPr>
            <a:noAutofit/>
          </a:bodyPr>
          <a:lstStyle>
            <a:lvl1pPr marL="0" indent="0" algn="l">
              <a:buNone/>
              <a:defRPr kumimoji="0" lang="en-US" sz="16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01</a:t>
            </a:r>
            <a:endParaRPr lang="ru-RU" dirty="0"/>
          </a:p>
        </p:txBody>
      </p:sp>
      <p:sp>
        <p:nvSpPr>
          <p:cNvPr id="10" name="Text Placeholder 33"/>
          <p:cNvSpPr>
            <a:spLocks noGrp="1"/>
          </p:cNvSpPr>
          <p:nvPr>
            <p:ph type="body" sz="quarter" idx="15" hasCustomPrompt="1"/>
          </p:nvPr>
        </p:nvSpPr>
        <p:spPr>
          <a:xfrm>
            <a:off x="7304404" y="2103498"/>
            <a:ext cx="3855720" cy="563502"/>
          </a:xfrm>
          <a:prstGeom prst="rect">
            <a:avLst/>
          </a:prstGeom>
        </p:spPr>
        <p:txBody>
          <a:bodyPr>
            <a:noAutofit/>
          </a:bodyPr>
          <a:lstStyle>
            <a:lvl1pPr marL="0" indent="0">
              <a:buNone/>
              <a:defRPr sz="10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Lorem ipsum dolor sit amet, consectetur adipiscing elit, sed do eiusmod tempor incididunt ut labore et dolore magna aliqua. Ut enim ad minim veniam, quis nostrud exercitation</a:t>
            </a:r>
          </a:p>
        </p:txBody>
      </p:sp>
      <p:sp>
        <p:nvSpPr>
          <p:cNvPr id="11" name="Text Placeholder 36"/>
          <p:cNvSpPr>
            <a:spLocks noGrp="1"/>
          </p:cNvSpPr>
          <p:nvPr>
            <p:ph type="body" sz="quarter" idx="16" hasCustomPrompt="1"/>
          </p:nvPr>
        </p:nvSpPr>
        <p:spPr>
          <a:xfrm>
            <a:off x="7304404" y="1779330"/>
            <a:ext cx="2531747" cy="541338"/>
          </a:xfrm>
          <a:prstGeom prst="rect">
            <a:avLst/>
          </a:prstGeom>
        </p:spPr>
        <p:txBody>
          <a:bodyPr>
            <a:noAutofit/>
          </a:bodyPr>
          <a:lstStyle>
            <a:lvl1pPr marL="0" indent="0" algn="l">
              <a:buNone/>
              <a:defRPr kumimoji="0" lang="en-US" sz="16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02</a:t>
            </a:r>
            <a:endParaRPr lang="ru-RU" dirty="0"/>
          </a:p>
        </p:txBody>
      </p:sp>
      <p:sp>
        <p:nvSpPr>
          <p:cNvPr id="12" name="Text Placeholder 33"/>
          <p:cNvSpPr>
            <a:spLocks noGrp="1"/>
          </p:cNvSpPr>
          <p:nvPr>
            <p:ph type="body" sz="quarter" idx="17" hasCustomPrompt="1"/>
          </p:nvPr>
        </p:nvSpPr>
        <p:spPr>
          <a:xfrm>
            <a:off x="7304404" y="3246498"/>
            <a:ext cx="3855720" cy="563502"/>
          </a:xfrm>
          <a:prstGeom prst="rect">
            <a:avLst/>
          </a:prstGeom>
        </p:spPr>
        <p:txBody>
          <a:bodyPr>
            <a:noAutofit/>
          </a:bodyPr>
          <a:lstStyle>
            <a:lvl1pPr marL="0" indent="0">
              <a:buNone/>
              <a:defRPr sz="10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Lorem ipsum dolor sit amet, consectetur adipiscing elit, sed do eiusmod tempor incididunt ut labore et dolore magna aliqua. Ut enim ad minim veniam, quis nostrud exercitation</a:t>
            </a:r>
          </a:p>
        </p:txBody>
      </p:sp>
      <p:sp>
        <p:nvSpPr>
          <p:cNvPr id="19" name="Text Placeholder 36"/>
          <p:cNvSpPr>
            <a:spLocks noGrp="1"/>
          </p:cNvSpPr>
          <p:nvPr>
            <p:ph type="body" sz="quarter" idx="18" hasCustomPrompt="1"/>
          </p:nvPr>
        </p:nvSpPr>
        <p:spPr>
          <a:xfrm>
            <a:off x="7304404" y="2922330"/>
            <a:ext cx="2531747" cy="541338"/>
          </a:xfrm>
          <a:prstGeom prst="rect">
            <a:avLst/>
          </a:prstGeom>
        </p:spPr>
        <p:txBody>
          <a:bodyPr>
            <a:noAutofit/>
          </a:bodyPr>
          <a:lstStyle>
            <a:lvl1pPr marL="0" indent="0" algn="l">
              <a:buNone/>
              <a:defRPr kumimoji="0" lang="en-US" sz="16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03</a:t>
            </a:r>
            <a:endParaRPr lang="ru-RU" dirty="0"/>
          </a:p>
        </p:txBody>
      </p:sp>
      <p:sp>
        <p:nvSpPr>
          <p:cNvPr id="20" name="Text Placeholder 33"/>
          <p:cNvSpPr>
            <a:spLocks noGrp="1"/>
          </p:cNvSpPr>
          <p:nvPr>
            <p:ph type="body" sz="quarter" idx="19" hasCustomPrompt="1"/>
          </p:nvPr>
        </p:nvSpPr>
        <p:spPr>
          <a:xfrm>
            <a:off x="7304404" y="4389498"/>
            <a:ext cx="3855720" cy="563502"/>
          </a:xfrm>
          <a:prstGeom prst="rect">
            <a:avLst/>
          </a:prstGeom>
        </p:spPr>
        <p:txBody>
          <a:bodyPr>
            <a:noAutofit/>
          </a:bodyPr>
          <a:lstStyle>
            <a:lvl1pPr marL="0" indent="0">
              <a:buNone/>
              <a:defRPr sz="10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Lorem ipsum dolor sit amet, consectetur adipiscing elit, sed do eiusmod tempor incididunt ut labore et dolore magna aliqua. Ut enim ad minim veniam, quis nostrud exercitation</a:t>
            </a:r>
          </a:p>
        </p:txBody>
      </p:sp>
      <p:sp>
        <p:nvSpPr>
          <p:cNvPr id="21" name="Text Placeholder 36"/>
          <p:cNvSpPr>
            <a:spLocks noGrp="1"/>
          </p:cNvSpPr>
          <p:nvPr>
            <p:ph type="body" sz="quarter" idx="20" hasCustomPrompt="1"/>
          </p:nvPr>
        </p:nvSpPr>
        <p:spPr>
          <a:xfrm>
            <a:off x="7304404" y="4065330"/>
            <a:ext cx="2531747" cy="541338"/>
          </a:xfrm>
          <a:prstGeom prst="rect">
            <a:avLst/>
          </a:prstGeom>
        </p:spPr>
        <p:txBody>
          <a:bodyPr>
            <a:noAutofit/>
          </a:bodyPr>
          <a:lstStyle>
            <a:lvl1pPr marL="0" indent="0" algn="l">
              <a:buNone/>
              <a:defRPr kumimoji="0" lang="en-US" sz="16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04</a:t>
            </a:r>
            <a:endParaRPr lang="ru-RU" dirty="0"/>
          </a:p>
        </p:txBody>
      </p:sp>
      <p:sp>
        <p:nvSpPr>
          <p:cNvPr id="22" name="Text Placeholder 33"/>
          <p:cNvSpPr>
            <a:spLocks noGrp="1"/>
          </p:cNvSpPr>
          <p:nvPr>
            <p:ph type="body" sz="quarter" idx="21" hasCustomPrompt="1"/>
          </p:nvPr>
        </p:nvSpPr>
        <p:spPr>
          <a:xfrm>
            <a:off x="7304404" y="5532498"/>
            <a:ext cx="3855720" cy="563502"/>
          </a:xfrm>
          <a:prstGeom prst="rect">
            <a:avLst/>
          </a:prstGeom>
        </p:spPr>
        <p:txBody>
          <a:bodyPr>
            <a:noAutofit/>
          </a:bodyPr>
          <a:lstStyle>
            <a:lvl1pPr marL="0" indent="0">
              <a:buNone/>
              <a:defRPr sz="10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Lorem ipsum dolor sit amet, consectetur adipiscing elit, sed do eiusmod tempor incididunt ut labore et dolore magna aliqua. Ut enim ad minim veniam, quis nostrud exercitation</a:t>
            </a:r>
          </a:p>
        </p:txBody>
      </p:sp>
      <p:sp>
        <p:nvSpPr>
          <p:cNvPr id="23" name="Text Placeholder 36"/>
          <p:cNvSpPr>
            <a:spLocks noGrp="1"/>
          </p:cNvSpPr>
          <p:nvPr>
            <p:ph type="body" sz="quarter" idx="22" hasCustomPrompt="1"/>
          </p:nvPr>
        </p:nvSpPr>
        <p:spPr>
          <a:xfrm>
            <a:off x="7304404" y="5208330"/>
            <a:ext cx="2531747" cy="541338"/>
          </a:xfrm>
          <a:prstGeom prst="rect">
            <a:avLst/>
          </a:prstGeom>
        </p:spPr>
        <p:txBody>
          <a:bodyPr>
            <a:noAutofit/>
          </a:bodyPr>
          <a:lstStyle>
            <a:lvl1pPr marL="0" indent="0" algn="l">
              <a:buNone/>
              <a:defRPr kumimoji="0" lang="en-US" sz="16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05</a:t>
            </a:r>
            <a:endParaRPr lang="ru-RU" dirty="0"/>
          </a:p>
        </p:txBody>
      </p:sp>
    </p:spTree>
    <p:extLst>
      <p:ext uri="{BB962C8B-B14F-4D97-AF65-F5344CB8AC3E}">
        <p14:creationId xmlns:p14="http://schemas.microsoft.com/office/powerpoint/2010/main" val="26626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04 Options">
    <p:spTree>
      <p:nvGrpSpPr>
        <p:cNvPr id="1" name=""/>
        <p:cNvGrpSpPr/>
        <p:nvPr/>
      </p:nvGrpSpPr>
      <p:grpSpPr>
        <a:xfrm>
          <a:off x="0" y="0"/>
          <a:ext cx="0" cy="0"/>
          <a:chOff x="0" y="0"/>
          <a:chExt cx="0" cy="0"/>
        </a:xfrm>
      </p:grpSpPr>
      <p:sp>
        <p:nvSpPr>
          <p:cNvPr id="10" name="Text Placeholder 33"/>
          <p:cNvSpPr>
            <a:spLocks noGrp="1"/>
          </p:cNvSpPr>
          <p:nvPr>
            <p:ph type="body" sz="quarter" idx="11" hasCustomPrompt="1"/>
          </p:nvPr>
        </p:nvSpPr>
        <p:spPr>
          <a:xfrm>
            <a:off x="779145" y="1274759"/>
            <a:ext cx="2390775" cy="858842"/>
          </a:xfrm>
          <a:prstGeom prst="rect">
            <a:avLst/>
          </a:prstGeom>
        </p:spPr>
        <p:txBody>
          <a:bodyPr>
            <a:noAutofit/>
          </a:bodyPr>
          <a:lstStyle>
            <a:lvl1pPr marL="0" indent="0">
              <a:buNone/>
              <a:defRPr sz="1100">
                <a:solidFill>
                  <a:schemeClr val="tx1"/>
                </a:solidFill>
              </a:defRPr>
            </a:lvl1pPr>
          </a:lstStyle>
          <a:p>
            <a:pPr lvl="0"/>
            <a:r>
              <a:rPr lang="en-US" dirty="0"/>
              <a:t>Lorem ipsum dolor sit amet, consectetur adipiscing elit, sed do eiusmod tempor incididunt ut labore et dolore magna aliqua. </a:t>
            </a:r>
          </a:p>
        </p:txBody>
      </p:sp>
      <p:sp>
        <p:nvSpPr>
          <p:cNvPr id="11" name="Text Placeholder 36"/>
          <p:cNvSpPr>
            <a:spLocks noGrp="1"/>
          </p:cNvSpPr>
          <p:nvPr>
            <p:ph type="body" sz="quarter" idx="12" hasCustomPrompt="1"/>
          </p:nvPr>
        </p:nvSpPr>
        <p:spPr>
          <a:xfrm>
            <a:off x="8991599" y="872328"/>
            <a:ext cx="2403791" cy="541338"/>
          </a:xfrm>
          <a:prstGeom prst="rect">
            <a:avLst/>
          </a:prstGeom>
        </p:spPr>
        <p:txBody>
          <a:bodyPr>
            <a:noAutofit/>
          </a:bodyPr>
          <a:lstStyle>
            <a:lvl1pPr marL="0" indent="0" algn="r">
              <a:buNone/>
              <a:defRPr kumimoji="0" lang="en-US" sz="18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ru-RU" dirty="0"/>
              <a:t>3</a:t>
            </a:r>
          </a:p>
        </p:txBody>
      </p:sp>
      <p:sp>
        <p:nvSpPr>
          <p:cNvPr id="12" name="Text Placeholder 33"/>
          <p:cNvSpPr>
            <a:spLocks noGrp="1"/>
          </p:cNvSpPr>
          <p:nvPr>
            <p:ph type="body" sz="quarter" idx="13" hasCustomPrompt="1"/>
          </p:nvPr>
        </p:nvSpPr>
        <p:spPr>
          <a:xfrm>
            <a:off x="8991599" y="1287459"/>
            <a:ext cx="2403791" cy="793752"/>
          </a:xfrm>
          <a:prstGeom prst="rect">
            <a:avLst/>
          </a:prstGeom>
        </p:spPr>
        <p:txBody>
          <a:bodyPr>
            <a:noAutofit/>
          </a:bodyPr>
          <a:lstStyle>
            <a:lvl1pPr marL="0" indent="0" algn="r">
              <a:buNone/>
              <a:defRPr sz="1100">
                <a:solidFill>
                  <a:schemeClr val="tx1"/>
                </a:solidFill>
              </a:defRPr>
            </a:lvl1pPr>
          </a:lstStyle>
          <a:p>
            <a:pPr lvl="0"/>
            <a:r>
              <a:rPr lang="en-US" dirty="0"/>
              <a:t>Lorem ipsum dolor sit amet, consectetur adipiscing elit, sed do eiusmod tempor incididunt ut labore et dolore magna aliqua. </a:t>
            </a:r>
          </a:p>
        </p:txBody>
      </p:sp>
      <p:sp>
        <p:nvSpPr>
          <p:cNvPr id="19" name="Text Placeholder 36"/>
          <p:cNvSpPr>
            <a:spLocks noGrp="1"/>
          </p:cNvSpPr>
          <p:nvPr>
            <p:ph type="body" sz="quarter" idx="14" hasCustomPrompt="1"/>
          </p:nvPr>
        </p:nvSpPr>
        <p:spPr>
          <a:xfrm>
            <a:off x="779145" y="872328"/>
            <a:ext cx="2390776" cy="541338"/>
          </a:xfrm>
          <a:prstGeom prst="rect">
            <a:avLst/>
          </a:prstGeom>
        </p:spPr>
        <p:txBody>
          <a:bodyPr>
            <a:noAutofit/>
          </a:bodyPr>
          <a:lstStyle>
            <a:lvl1pPr marL="0" indent="0" algn="l">
              <a:buNone/>
              <a:defRPr kumimoji="0" lang="en-US" sz="18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ru-RU" dirty="0"/>
              <a:t>2</a:t>
            </a:r>
          </a:p>
        </p:txBody>
      </p:sp>
      <p:sp>
        <p:nvSpPr>
          <p:cNvPr id="20" name="Text Placeholder 33"/>
          <p:cNvSpPr>
            <a:spLocks noGrp="1"/>
          </p:cNvSpPr>
          <p:nvPr>
            <p:ph type="body" sz="quarter" idx="15" hasCustomPrompt="1"/>
          </p:nvPr>
        </p:nvSpPr>
        <p:spPr>
          <a:xfrm>
            <a:off x="779145" y="5246684"/>
            <a:ext cx="2390775" cy="858842"/>
          </a:xfrm>
          <a:prstGeom prst="rect">
            <a:avLst/>
          </a:prstGeom>
        </p:spPr>
        <p:txBody>
          <a:bodyPr>
            <a:noAutofit/>
          </a:bodyPr>
          <a:lstStyle>
            <a:lvl1pPr marL="0" indent="0">
              <a:buNone/>
              <a:defRPr sz="1100">
                <a:solidFill>
                  <a:schemeClr val="tx1"/>
                </a:solidFill>
              </a:defRPr>
            </a:lvl1pPr>
          </a:lstStyle>
          <a:p>
            <a:pPr lvl="0"/>
            <a:r>
              <a:rPr lang="en-US" dirty="0"/>
              <a:t>Lorem ipsum dolor sit amet, consectetur adipiscing elit, sed do eiusmod tempor incididunt ut labore et dolore magna aliqua. </a:t>
            </a:r>
          </a:p>
        </p:txBody>
      </p:sp>
      <p:sp>
        <p:nvSpPr>
          <p:cNvPr id="21" name="Text Placeholder 36"/>
          <p:cNvSpPr>
            <a:spLocks noGrp="1"/>
          </p:cNvSpPr>
          <p:nvPr>
            <p:ph type="body" sz="quarter" idx="16" hasCustomPrompt="1"/>
          </p:nvPr>
        </p:nvSpPr>
        <p:spPr>
          <a:xfrm>
            <a:off x="779145" y="4844253"/>
            <a:ext cx="2390776" cy="541338"/>
          </a:xfrm>
          <a:prstGeom prst="rect">
            <a:avLst/>
          </a:prstGeom>
        </p:spPr>
        <p:txBody>
          <a:bodyPr>
            <a:noAutofit/>
          </a:bodyPr>
          <a:lstStyle>
            <a:lvl1pPr marL="0" indent="0" algn="l">
              <a:buNone/>
              <a:defRPr kumimoji="0" lang="en-US" sz="18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ru-RU" dirty="0"/>
              <a:t>1</a:t>
            </a:r>
          </a:p>
        </p:txBody>
      </p:sp>
      <p:sp>
        <p:nvSpPr>
          <p:cNvPr id="22" name="Text Placeholder 36"/>
          <p:cNvSpPr>
            <a:spLocks noGrp="1"/>
          </p:cNvSpPr>
          <p:nvPr>
            <p:ph type="body" sz="quarter" idx="17" hasCustomPrompt="1"/>
          </p:nvPr>
        </p:nvSpPr>
        <p:spPr>
          <a:xfrm>
            <a:off x="8991599" y="4844253"/>
            <a:ext cx="2403791" cy="541338"/>
          </a:xfrm>
          <a:prstGeom prst="rect">
            <a:avLst/>
          </a:prstGeom>
        </p:spPr>
        <p:txBody>
          <a:bodyPr>
            <a:noAutofit/>
          </a:bodyPr>
          <a:lstStyle>
            <a:lvl1pPr marL="0" indent="0" algn="r">
              <a:buNone/>
              <a:defRPr kumimoji="0" lang="en-US" sz="18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ru-RU" dirty="0"/>
              <a:t>4</a:t>
            </a:r>
          </a:p>
        </p:txBody>
      </p:sp>
      <p:sp>
        <p:nvSpPr>
          <p:cNvPr id="23" name="Text Placeholder 33"/>
          <p:cNvSpPr>
            <a:spLocks noGrp="1"/>
          </p:cNvSpPr>
          <p:nvPr>
            <p:ph type="body" sz="quarter" idx="18" hasCustomPrompt="1"/>
          </p:nvPr>
        </p:nvSpPr>
        <p:spPr>
          <a:xfrm>
            <a:off x="8991599" y="5259384"/>
            <a:ext cx="2403791" cy="793752"/>
          </a:xfrm>
          <a:prstGeom prst="rect">
            <a:avLst/>
          </a:prstGeom>
        </p:spPr>
        <p:txBody>
          <a:bodyPr>
            <a:noAutofit/>
          </a:bodyPr>
          <a:lstStyle>
            <a:lvl1pPr marL="0" indent="0" algn="r">
              <a:buNone/>
              <a:defRPr sz="1100">
                <a:solidFill>
                  <a:schemeClr val="tx1"/>
                </a:solidFill>
              </a:defRPr>
            </a:lvl1pPr>
          </a:lstStyle>
          <a:p>
            <a:pPr lvl="0"/>
            <a:r>
              <a:rPr lang="en-US" dirty="0"/>
              <a:t>Lorem ipsum dolor sit amet, consectetur adipiscing elit, sed do eiusmod tempor incididunt ut labore et dolore magna aliqua. </a:t>
            </a:r>
          </a:p>
        </p:txBody>
      </p:sp>
    </p:spTree>
    <p:extLst>
      <p:ext uri="{BB962C8B-B14F-4D97-AF65-F5344CB8AC3E}">
        <p14:creationId xmlns:p14="http://schemas.microsoft.com/office/powerpoint/2010/main" val="28936193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6 Options">
    <p:spTree>
      <p:nvGrpSpPr>
        <p:cNvPr id="1" name=""/>
        <p:cNvGrpSpPr/>
        <p:nvPr/>
      </p:nvGrpSpPr>
      <p:grpSpPr>
        <a:xfrm>
          <a:off x="0" y="0"/>
          <a:ext cx="0" cy="0"/>
          <a:chOff x="0" y="0"/>
          <a:chExt cx="0" cy="0"/>
        </a:xfrm>
      </p:grpSpPr>
      <p:sp>
        <p:nvSpPr>
          <p:cNvPr id="13" name="Text Placeholder 33"/>
          <p:cNvSpPr>
            <a:spLocks noGrp="1"/>
          </p:cNvSpPr>
          <p:nvPr>
            <p:ph type="body" sz="quarter" idx="15" hasCustomPrompt="1"/>
          </p:nvPr>
        </p:nvSpPr>
        <p:spPr>
          <a:xfrm>
            <a:off x="775333" y="5418134"/>
            <a:ext cx="1640208" cy="858842"/>
          </a:xfrm>
          <a:prstGeom prst="rect">
            <a:avLst/>
          </a:prstGeom>
        </p:spPr>
        <p:txBody>
          <a:bodyPr>
            <a:noAutofit/>
          </a:bodyPr>
          <a:lstStyle>
            <a:lvl1pPr marL="0" indent="0">
              <a:buNone/>
              <a:defRPr sz="1100">
                <a:solidFill>
                  <a:schemeClr val="tx1"/>
                </a:solidFill>
              </a:defRPr>
            </a:lvl1pPr>
          </a:lstStyle>
          <a:p>
            <a:pPr lvl="0"/>
            <a:r>
              <a:rPr lang="en-US" dirty="0"/>
              <a:t>Lorem ipsum dolor sit amet, consectetur adipiscing elit, sed do eiusmod tempor</a:t>
            </a:r>
          </a:p>
        </p:txBody>
      </p:sp>
      <p:sp>
        <p:nvSpPr>
          <p:cNvPr id="14" name="Text Placeholder 36"/>
          <p:cNvSpPr>
            <a:spLocks noGrp="1"/>
          </p:cNvSpPr>
          <p:nvPr>
            <p:ph type="body" sz="quarter" idx="16" hasCustomPrompt="1"/>
          </p:nvPr>
        </p:nvSpPr>
        <p:spPr>
          <a:xfrm>
            <a:off x="775332" y="5035548"/>
            <a:ext cx="1691679" cy="541338"/>
          </a:xfrm>
          <a:prstGeom prst="rect">
            <a:avLst/>
          </a:prstGeom>
        </p:spPr>
        <p:txBody>
          <a:bodyPr>
            <a:noAutofit/>
          </a:bodyPr>
          <a:lstStyle>
            <a:lvl1pPr marL="0" indent="0" algn="l">
              <a:buNone/>
              <a:defRPr kumimoji="0" lang="en-US" sz="18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ru-RU" dirty="0"/>
              <a:t>1</a:t>
            </a:r>
          </a:p>
        </p:txBody>
      </p:sp>
      <p:sp>
        <p:nvSpPr>
          <p:cNvPr id="15" name="Text Placeholder 33"/>
          <p:cNvSpPr>
            <a:spLocks noGrp="1"/>
          </p:cNvSpPr>
          <p:nvPr>
            <p:ph type="body" sz="quarter" idx="19" hasCustomPrompt="1"/>
          </p:nvPr>
        </p:nvSpPr>
        <p:spPr>
          <a:xfrm>
            <a:off x="775334" y="3433362"/>
            <a:ext cx="1640208" cy="858842"/>
          </a:xfrm>
          <a:prstGeom prst="rect">
            <a:avLst/>
          </a:prstGeom>
        </p:spPr>
        <p:txBody>
          <a:bodyPr>
            <a:noAutofit/>
          </a:bodyPr>
          <a:lstStyle>
            <a:lvl1pPr marL="0" indent="0">
              <a:buNone/>
              <a:defRPr sz="1100">
                <a:solidFill>
                  <a:schemeClr val="tx1"/>
                </a:solidFill>
              </a:defRPr>
            </a:lvl1pPr>
          </a:lstStyle>
          <a:p>
            <a:pPr lvl="0"/>
            <a:r>
              <a:rPr lang="en-US" dirty="0"/>
              <a:t>Lorem ipsum dolor sit amet, consectetur adipiscing elit, sed do eiusmod tempor</a:t>
            </a:r>
          </a:p>
        </p:txBody>
      </p:sp>
      <p:sp>
        <p:nvSpPr>
          <p:cNvPr id="16" name="Text Placeholder 36"/>
          <p:cNvSpPr>
            <a:spLocks noGrp="1"/>
          </p:cNvSpPr>
          <p:nvPr>
            <p:ph type="body" sz="quarter" idx="20" hasCustomPrompt="1"/>
          </p:nvPr>
        </p:nvSpPr>
        <p:spPr>
          <a:xfrm>
            <a:off x="775333" y="3050776"/>
            <a:ext cx="1764035" cy="541338"/>
          </a:xfrm>
          <a:prstGeom prst="rect">
            <a:avLst/>
          </a:prstGeom>
        </p:spPr>
        <p:txBody>
          <a:bodyPr>
            <a:noAutofit/>
          </a:bodyPr>
          <a:lstStyle>
            <a:lvl1pPr marL="0" indent="0" algn="l">
              <a:buNone/>
              <a:defRPr kumimoji="0" lang="en-US" sz="18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ru-RU" dirty="0"/>
              <a:t>2</a:t>
            </a:r>
          </a:p>
        </p:txBody>
      </p:sp>
      <p:sp>
        <p:nvSpPr>
          <p:cNvPr id="17" name="Text Placeholder 33"/>
          <p:cNvSpPr>
            <a:spLocks noGrp="1"/>
          </p:cNvSpPr>
          <p:nvPr>
            <p:ph type="body" sz="quarter" idx="21" hasCustomPrompt="1"/>
          </p:nvPr>
        </p:nvSpPr>
        <p:spPr>
          <a:xfrm>
            <a:off x="775333" y="1405336"/>
            <a:ext cx="1640208" cy="858842"/>
          </a:xfrm>
          <a:prstGeom prst="rect">
            <a:avLst/>
          </a:prstGeom>
        </p:spPr>
        <p:txBody>
          <a:bodyPr>
            <a:noAutofit/>
          </a:bodyPr>
          <a:lstStyle>
            <a:lvl1pPr marL="0" indent="0">
              <a:buNone/>
              <a:defRPr sz="1100">
                <a:solidFill>
                  <a:schemeClr val="tx1"/>
                </a:solidFill>
              </a:defRPr>
            </a:lvl1pPr>
          </a:lstStyle>
          <a:p>
            <a:pPr lvl="0"/>
            <a:r>
              <a:rPr lang="en-US" dirty="0"/>
              <a:t>Lorem ipsum dolor sit amet, consectetur adipiscing elit, sed do eiusmod tempor</a:t>
            </a:r>
          </a:p>
        </p:txBody>
      </p:sp>
      <p:sp>
        <p:nvSpPr>
          <p:cNvPr id="18" name="Text Placeholder 36"/>
          <p:cNvSpPr>
            <a:spLocks noGrp="1"/>
          </p:cNvSpPr>
          <p:nvPr>
            <p:ph type="body" sz="quarter" idx="22" hasCustomPrompt="1"/>
          </p:nvPr>
        </p:nvSpPr>
        <p:spPr>
          <a:xfrm>
            <a:off x="775332" y="1022750"/>
            <a:ext cx="1764035" cy="541338"/>
          </a:xfrm>
          <a:prstGeom prst="rect">
            <a:avLst/>
          </a:prstGeom>
        </p:spPr>
        <p:txBody>
          <a:bodyPr>
            <a:noAutofit/>
          </a:bodyPr>
          <a:lstStyle>
            <a:lvl1pPr marL="0" indent="0" algn="l">
              <a:buNone/>
              <a:defRPr kumimoji="0" lang="en-US" sz="18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ru-RU" dirty="0"/>
              <a:t>3</a:t>
            </a:r>
          </a:p>
        </p:txBody>
      </p:sp>
      <p:sp>
        <p:nvSpPr>
          <p:cNvPr id="24" name="Text Placeholder 36"/>
          <p:cNvSpPr>
            <a:spLocks noGrp="1"/>
          </p:cNvSpPr>
          <p:nvPr>
            <p:ph type="body" sz="quarter" idx="23" hasCustomPrompt="1"/>
          </p:nvPr>
        </p:nvSpPr>
        <p:spPr>
          <a:xfrm>
            <a:off x="9429749" y="3112687"/>
            <a:ext cx="1889441" cy="541338"/>
          </a:xfrm>
          <a:prstGeom prst="rect">
            <a:avLst/>
          </a:prstGeom>
        </p:spPr>
        <p:txBody>
          <a:bodyPr>
            <a:noAutofit/>
          </a:bodyPr>
          <a:lstStyle>
            <a:lvl1pPr marL="0" indent="0" algn="r">
              <a:buNone/>
              <a:defRPr kumimoji="0" lang="en-US" sz="18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ru-RU" dirty="0"/>
              <a:t>5</a:t>
            </a:r>
          </a:p>
        </p:txBody>
      </p:sp>
      <p:sp>
        <p:nvSpPr>
          <p:cNvPr id="25" name="Text Placeholder 33"/>
          <p:cNvSpPr>
            <a:spLocks noGrp="1"/>
          </p:cNvSpPr>
          <p:nvPr>
            <p:ph type="body" sz="quarter" idx="24" hasCustomPrompt="1"/>
          </p:nvPr>
        </p:nvSpPr>
        <p:spPr>
          <a:xfrm>
            <a:off x="9753599" y="3495273"/>
            <a:ext cx="1565591" cy="793752"/>
          </a:xfrm>
          <a:prstGeom prst="rect">
            <a:avLst/>
          </a:prstGeom>
        </p:spPr>
        <p:txBody>
          <a:bodyPr>
            <a:noAutofit/>
          </a:bodyPr>
          <a:lstStyle>
            <a:lvl1pPr marL="0" indent="0" algn="r">
              <a:buNone/>
              <a:defRPr sz="1100">
                <a:solidFill>
                  <a:schemeClr val="tx1"/>
                </a:solidFill>
              </a:defRPr>
            </a:lvl1pPr>
          </a:lstStyle>
          <a:p>
            <a:pPr lvl="0"/>
            <a:r>
              <a:rPr lang="en-US" dirty="0"/>
              <a:t>Lorem ipsum dolor sit amet, consectetur adipiscing elit, sed do eiusmod</a:t>
            </a:r>
          </a:p>
        </p:txBody>
      </p:sp>
      <p:sp>
        <p:nvSpPr>
          <p:cNvPr id="26" name="Text Placeholder 36"/>
          <p:cNvSpPr>
            <a:spLocks noGrp="1"/>
          </p:cNvSpPr>
          <p:nvPr>
            <p:ph type="body" sz="quarter" idx="25" hasCustomPrompt="1"/>
          </p:nvPr>
        </p:nvSpPr>
        <p:spPr>
          <a:xfrm>
            <a:off x="9429748" y="1022750"/>
            <a:ext cx="1889441" cy="541338"/>
          </a:xfrm>
          <a:prstGeom prst="rect">
            <a:avLst/>
          </a:prstGeom>
        </p:spPr>
        <p:txBody>
          <a:bodyPr>
            <a:noAutofit/>
          </a:bodyPr>
          <a:lstStyle>
            <a:lvl1pPr marL="0" indent="0" algn="r">
              <a:buNone/>
              <a:defRPr kumimoji="0" lang="en-US" sz="18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ru-RU" dirty="0"/>
              <a:t>4</a:t>
            </a:r>
          </a:p>
        </p:txBody>
      </p:sp>
      <p:sp>
        <p:nvSpPr>
          <p:cNvPr id="27" name="Text Placeholder 33"/>
          <p:cNvSpPr>
            <a:spLocks noGrp="1"/>
          </p:cNvSpPr>
          <p:nvPr>
            <p:ph type="body" sz="quarter" idx="26" hasCustomPrompt="1"/>
          </p:nvPr>
        </p:nvSpPr>
        <p:spPr>
          <a:xfrm>
            <a:off x="9753598" y="1405336"/>
            <a:ext cx="1565591" cy="793752"/>
          </a:xfrm>
          <a:prstGeom prst="rect">
            <a:avLst/>
          </a:prstGeom>
        </p:spPr>
        <p:txBody>
          <a:bodyPr>
            <a:noAutofit/>
          </a:bodyPr>
          <a:lstStyle>
            <a:lvl1pPr marL="0" indent="0" algn="r">
              <a:buNone/>
              <a:defRPr sz="1100">
                <a:solidFill>
                  <a:schemeClr val="tx1"/>
                </a:solidFill>
              </a:defRPr>
            </a:lvl1pPr>
          </a:lstStyle>
          <a:p>
            <a:pPr lvl="0"/>
            <a:r>
              <a:rPr lang="en-US" dirty="0"/>
              <a:t>Lorem ipsum dolor sit amet, consectetur adipiscing elit, sed do eiusmod</a:t>
            </a:r>
          </a:p>
        </p:txBody>
      </p:sp>
      <p:sp>
        <p:nvSpPr>
          <p:cNvPr id="28" name="Text Placeholder 36"/>
          <p:cNvSpPr>
            <a:spLocks noGrp="1"/>
          </p:cNvSpPr>
          <p:nvPr>
            <p:ph type="body" sz="quarter" idx="27" hasCustomPrompt="1"/>
          </p:nvPr>
        </p:nvSpPr>
        <p:spPr>
          <a:xfrm>
            <a:off x="9429748" y="5087938"/>
            <a:ext cx="1889441" cy="541338"/>
          </a:xfrm>
          <a:prstGeom prst="rect">
            <a:avLst/>
          </a:prstGeom>
        </p:spPr>
        <p:txBody>
          <a:bodyPr>
            <a:noAutofit/>
          </a:bodyPr>
          <a:lstStyle>
            <a:lvl1pPr marL="0" indent="0" algn="r">
              <a:buNone/>
              <a:defRPr kumimoji="0" lang="en-US" sz="18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06</a:t>
            </a:r>
            <a:endParaRPr lang="ru-RU" dirty="0"/>
          </a:p>
        </p:txBody>
      </p:sp>
      <p:sp>
        <p:nvSpPr>
          <p:cNvPr id="29" name="Text Placeholder 33"/>
          <p:cNvSpPr>
            <a:spLocks noGrp="1"/>
          </p:cNvSpPr>
          <p:nvPr>
            <p:ph type="body" sz="quarter" idx="28" hasCustomPrompt="1"/>
          </p:nvPr>
        </p:nvSpPr>
        <p:spPr>
          <a:xfrm>
            <a:off x="9753598" y="5470524"/>
            <a:ext cx="1565591" cy="793752"/>
          </a:xfrm>
          <a:prstGeom prst="rect">
            <a:avLst/>
          </a:prstGeom>
        </p:spPr>
        <p:txBody>
          <a:bodyPr>
            <a:noAutofit/>
          </a:bodyPr>
          <a:lstStyle>
            <a:lvl1pPr marL="0" indent="0" algn="r">
              <a:buNone/>
              <a:defRPr sz="1100">
                <a:solidFill>
                  <a:schemeClr val="tx1"/>
                </a:solidFill>
              </a:defRPr>
            </a:lvl1pPr>
          </a:lstStyle>
          <a:p>
            <a:pPr lvl="0"/>
            <a:r>
              <a:rPr lang="en-US" dirty="0"/>
              <a:t>Lorem ipsum dolor sit amet, consectetur adipiscing elit, sed do eiusmod</a:t>
            </a:r>
          </a:p>
        </p:txBody>
      </p:sp>
    </p:spTree>
    <p:extLst>
      <p:ext uri="{BB962C8B-B14F-4D97-AF65-F5344CB8AC3E}">
        <p14:creationId xmlns:p14="http://schemas.microsoft.com/office/powerpoint/2010/main" val="470461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04 Options">
    <p:spTree>
      <p:nvGrpSpPr>
        <p:cNvPr id="1" name=""/>
        <p:cNvGrpSpPr/>
        <p:nvPr/>
      </p:nvGrpSpPr>
      <p:grpSpPr>
        <a:xfrm>
          <a:off x="0" y="0"/>
          <a:ext cx="0" cy="0"/>
          <a:chOff x="0" y="0"/>
          <a:chExt cx="0" cy="0"/>
        </a:xfrm>
      </p:grpSpPr>
      <p:sp>
        <p:nvSpPr>
          <p:cNvPr id="12" name="Text Placeholder 33"/>
          <p:cNvSpPr>
            <a:spLocks noGrp="1"/>
          </p:cNvSpPr>
          <p:nvPr>
            <p:ph type="body" sz="quarter" idx="19" hasCustomPrompt="1"/>
          </p:nvPr>
        </p:nvSpPr>
        <p:spPr>
          <a:xfrm>
            <a:off x="700088" y="3814329"/>
            <a:ext cx="1640208" cy="858842"/>
          </a:xfrm>
          <a:prstGeom prst="rect">
            <a:avLst/>
          </a:prstGeom>
        </p:spPr>
        <p:txBody>
          <a:bodyPr>
            <a:noAutofit/>
          </a:bodyPr>
          <a:lstStyle>
            <a:lvl1pPr marL="0" indent="0">
              <a:buNone/>
              <a:defRPr sz="1100">
                <a:solidFill>
                  <a:schemeClr val="tx1"/>
                </a:solidFill>
              </a:defRPr>
            </a:lvl1pPr>
          </a:lstStyle>
          <a:p>
            <a:pPr lvl="0"/>
            <a:r>
              <a:rPr lang="en-US" dirty="0"/>
              <a:t>Lorem ipsum dolor sit amet, consectetur adipiscing elit, sed do</a:t>
            </a:r>
          </a:p>
        </p:txBody>
      </p:sp>
      <p:sp>
        <p:nvSpPr>
          <p:cNvPr id="13" name="Text Placeholder 33"/>
          <p:cNvSpPr>
            <a:spLocks noGrp="1"/>
          </p:cNvSpPr>
          <p:nvPr>
            <p:ph type="body" sz="quarter" idx="20" hasCustomPrompt="1"/>
          </p:nvPr>
        </p:nvSpPr>
        <p:spPr>
          <a:xfrm>
            <a:off x="2277877" y="5451882"/>
            <a:ext cx="1640208" cy="858842"/>
          </a:xfrm>
          <a:prstGeom prst="rect">
            <a:avLst/>
          </a:prstGeom>
        </p:spPr>
        <p:txBody>
          <a:bodyPr>
            <a:noAutofit/>
          </a:bodyPr>
          <a:lstStyle>
            <a:lvl1pPr marL="0" indent="0">
              <a:buNone/>
              <a:defRPr sz="1100">
                <a:solidFill>
                  <a:schemeClr val="tx1"/>
                </a:solidFill>
              </a:defRPr>
            </a:lvl1pPr>
          </a:lstStyle>
          <a:p>
            <a:pPr lvl="0"/>
            <a:r>
              <a:rPr lang="en-US" dirty="0"/>
              <a:t>Lorem ipsum dolor sit amet, consectetur adipiscing elit, sed do</a:t>
            </a:r>
          </a:p>
        </p:txBody>
      </p:sp>
      <p:sp>
        <p:nvSpPr>
          <p:cNvPr id="14" name="Text Placeholder 33"/>
          <p:cNvSpPr>
            <a:spLocks noGrp="1"/>
          </p:cNvSpPr>
          <p:nvPr>
            <p:ph type="body" sz="quarter" idx="21" hasCustomPrompt="1"/>
          </p:nvPr>
        </p:nvSpPr>
        <p:spPr>
          <a:xfrm>
            <a:off x="8236418" y="5451882"/>
            <a:ext cx="1640208" cy="858842"/>
          </a:xfrm>
          <a:prstGeom prst="rect">
            <a:avLst/>
          </a:prstGeom>
        </p:spPr>
        <p:txBody>
          <a:bodyPr>
            <a:noAutofit/>
          </a:bodyPr>
          <a:lstStyle>
            <a:lvl1pPr marL="0" indent="0">
              <a:buNone/>
              <a:defRPr sz="1100">
                <a:solidFill>
                  <a:schemeClr val="tx1"/>
                </a:solidFill>
              </a:defRPr>
            </a:lvl1pPr>
          </a:lstStyle>
          <a:p>
            <a:pPr lvl="0"/>
            <a:r>
              <a:rPr lang="en-US" dirty="0"/>
              <a:t>Lorem ipsum dolor sit amet, consectetur adipiscing elit, sed do</a:t>
            </a:r>
          </a:p>
        </p:txBody>
      </p:sp>
      <p:sp>
        <p:nvSpPr>
          <p:cNvPr id="15" name="Text Placeholder 33"/>
          <p:cNvSpPr>
            <a:spLocks noGrp="1"/>
          </p:cNvSpPr>
          <p:nvPr>
            <p:ph type="body" sz="quarter" idx="22" hasCustomPrompt="1"/>
          </p:nvPr>
        </p:nvSpPr>
        <p:spPr>
          <a:xfrm>
            <a:off x="9605029" y="3814329"/>
            <a:ext cx="1640208" cy="858842"/>
          </a:xfrm>
          <a:prstGeom prst="rect">
            <a:avLst/>
          </a:prstGeom>
        </p:spPr>
        <p:txBody>
          <a:bodyPr>
            <a:noAutofit/>
          </a:bodyPr>
          <a:lstStyle>
            <a:lvl1pPr marL="0" indent="0">
              <a:buNone/>
              <a:defRPr sz="1100">
                <a:solidFill>
                  <a:schemeClr val="tx1"/>
                </a:solidFill>
              </a:defRPr>
            </a:lvl1pPr>
          </a:lstStyle>
          <a:p>
            <a:pPr lvl="0"/>
            <a:r>
              <a:rPr lang="en-US" dirty="0"/>
              <a:t>Lorem ipsum dolor sit amet, consectetur adipiscing elit, sed do</a:t>
            </a:r>
          </a:p>
        </p:txBody>
      </p:sp>
      <p:sp>
        <p:nvSpPr>
          <p:cNvPr id="16" name="Text Placeholder 36"/>
          <p:cNvSpPr>
            <a:spLocks noGrp="1"/>
          </p:cNvSpPr>
          <p:nvPr>
            <p:ph type="body" sz="quarter" idx="23" hasCustomPrompt="1"/>
          </p:nvPr>
        </p:nvSpPr>
        <p:spPr>
          <a:xfrm>
            <a:off x="638174" y="3508961"/>
            <a:ext cx="1764035" cy="541338"/>
          </a:xfrm>
          <a:prstGeom prst="rect">
            <a:avLst/>
          </a:prstGeom>
        </p:spPr>
        <p:txBody>
          <a:bodyPr>
            <a:noAutofit/>
          </a:bodyPr>
          <a:lstStyle>
            <a:lvl1pPr marL="0" indent="0" algn="l">
              <a:buNone/>
              <a:defRPr kumimoji="0" lang="en-US" sz="18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01</a:t>
            </a:r>
            <a:endParaRPr lang="ru-RU" dirty="0"/>
          </a:p>
        </p:txBody>
      </p:sp>
      <p:sp>
        <p:nvSpPr>
          <p:cNvPr id="17" name="Text Placeholder 36"/>
          <p:cNvSpPr>
            <a:spLocks noGrp="1"/>
          </p:cNvSpPr>
          <p:nvPr>
            <p:ph type="body" sz="quarter" idx="24" hasCustomPrompt="1"/>
          </p:nvPr>
        </p:nvSpPr>
        <p:spPr>
          <a:xfrm>
            <a:off x="2277877" y="5133927"/>
            <a:ext cx="1764035" cy="541338"/>
          </a:xfrm>
          <a:prstGeom prst="rect">
            <a:avLst/>
          </a:prstGeom>
        </p:spPr>
        <p:txBody>
          <a:bodyPr>
            <a:noAutofit/>
          </a:bodyPr>
          <a:lstStyle>
            <a:lvl1pPr marL="0" indent="0" algn="l">
              <a:buNone/>
              <a:defRPr kumimoji="0" lang="en-US" sz="18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02</a:t>
            </a:r>
            <a:endParaRPr lang="ru-RU" dirty="0"/>
          </a:p>
        </p:txBody>
      </p:sp>
      <p:sp>
        <p:nvSpPr>
          <p:cNvPr id="18" name="Text Placeholder 36"/>
          <p:cNvSpPr>
            <a:spLocks noGrp="1"/>
          </p:cNvSpPr>
          <p:nvPr>
            <p:ph type="body" sz="quarter" idx="25" hasCustomPrompt="1"/>
          </p:nvPr>
        </p:nvSpPr>
        <p:spPr>
          <a:xfrm>
            <a:off x="8236418" y="5133927"/>
            <a:ext cx="1764035" cy="541338"/>
          </a:xfrm>
          <a:prstGeom prst="rect">
            <a:avLst/>
          </a:prstGeom>
        </p:spPr>
        <p:txBody>
          <a:bodyPr>
            <a:noAutofit/>
          </a:bodyPr>
          <a:lstStyle>
            <a:lvl1pPr marL="0" indent="0" algn="l">
              <a:buNone/>
              <a:defRPr kumimoji="0" lang="en-US" sz="18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ru-RU" dirty="0"/>
              <a:t>3</a:t>
            </a:r>
          </a:p>
        </p:txBody>
      </p:sp>
      <p:sp>
        <p:nvSpPr>
          <p:cNvPr id="24" name="Text Placeholder 36"/>
          <p:cNvSpPr>
            <a:spLocks noGrp="1"/>
          </p:cNvSpPr>
          <p:nvPr>
            <p:ph type="body" sz="quarter" idx="26" hasCustomPrompt="1"/>
          </p:nvPr>
        </p:nvSpPr>
        <p:spPr>
          <a:xfrm>
            <a:off x="9605029" y="3508961"/>
            <a:ext cx="1764035" cy="541338"/>
          </a:xfrm>
          <a:prstGeom prst="rect">
            <a:avLst/>
          </a:prstGeom>
        </p:spPr>
        <p:txBody>
          <a:bodyPr>
            <a:noAutofit/>
          </a:bodyPr>
          <a:lstStyle>
            <a:lvl1pPr marL="0" indent="0" algn="l">
              <a:buNone/>
              <a:defRPr kumimoji="0" lang="en-US" sz="18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04</a:t>
            </a:r>
            <a:endParaRPr lang="ru-RU" dirty="0"/>
          </a:p>
        </p:txBody>
      </p:sp>
    </p:spTree>
    <p:extLst>
      <p:ext uri="{BB962C8B-B14F-4D97-AF65-F5344CB8AC3E}">
        <p14:creationId xmlns:p14="http://schemas.microsoft.com/office/powerpoint/2010/main" val="398322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06_01 Options">
    <p:spTree>
      <p:nvGrpSpPr>
        <p:cNvPr id="1" name=""/>
        <p:cNvGrpSpPr/>
        <p:nvPr/>
      </p:nvGrpSpPr>
      <p:grpSpPr>
        <a:xfrm>
          <a:off x="0" y="0"/>
          <a:ext cx="0" cy="0"/>
          <a:chOff x="0" y="0"/>
          <a:chExt cx="0" cy="0"/>
        </a:xfrm>
      </p:grpSpPr>
      <p:sp>
        <p:nvSpPr>
          <p:cNvPr id="12" name="Text Placeholder 33"/>
          <p:cNvSpPr>
            <a:spLocks noGrp="1"/>
          </p:cNvSpPr>
          <p:nvPr>
            <p:ph type="body" sz="quarter" idx="19" hasCustomPrompt="1"/>
          </p:nvPr>
        </p:nvSpPr>
        <p:spPr>
          <a:xfrm>
            <a:off x="1552575" y="1550780"/>
            <a:ext cx="1450976" cy="532020"/>
          </a:xfrm>
          <a:prstGeom prst="rect">
            <a:avLst/>
          </a:prstGeom>
        </p:spPr>
        <p:txBody>
          <a:bodyPr>
            <a:noAutofit/>
          </a:bodyPr>
          <a:lstStyle>
            <a:lvl1pPr marL="0" indent="0">
              <a:buNone/>
              <a:defRPr sz="800">
                <a:solidFill>
                  <a:schemeClr val="tx1"/>
                </a:solidFill>
              </a:defRPr>
            </a:lvl1pPr>
          </a:lstStyle>
          <a:p>
            <a:pPr lvl="0"/>
            <a:r>
              <a:rPr lang="en-US" dirty="0"/>
              <a:t>Lorem ipsum dolor sit amet, consectetur adipiscing elit, sed do</a:t>
            </a:r>
          </a:p>
        </p:txBody>
      </p:sp>
      <p:sp>
        <p:nvSpPr>
          <p:cNvPr id="16" name="Text Placeholder 36"/>
          <p:cNvSpPr>
            <a:spLocks noGrp="1"/>
          </p:cNvSpPr>
          <p:nvPr>
            <p:ph type="body" sz="quarter" idx="23" hasCustomPrompt="1"/>
          </p:nvPr>
        </p:nvSpPr>
        <p:spPr>
          <a:xfrm>
            <a:off x="1552575" y="1305511"/>
            <a:ext cx="1450975" cy="270669"/>
          </a:xfrm>
          <a:prstGeom prst="rect">
            <a:avLst/>
          </a:prstGeom>
        </p:spPr>
        <p:txBody>
          <a:bodyPr>
            <a:noAutofit/>
          </a:bodyPr>
          <a:lstStyle>
            <a:lvl1pPr marL="0" indent="0" algn="l">
              <a:buNone/>
              <a:defRPr kumimoji="0" lang="en-US" sz="12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01</a:t>
            </a:r>
            <a:endParaRPr lang="ru-RU" dirty="0"/>
          </a:p>
        </p:txBody>
      </p:sp>
      <p:sp>
        <p:nvSpPr>
          <p:cNvPr id="11" name="Text Placeholder 33"/>
          <p:cNvSpPr>
            <a:spLocks noGrp="1"/>
          </p:cNvSpPr>
          <p:nvPr>
            <p:ph type="body" sz="quarter" idx="24" hasCustomPrompt="1"/>
          </p:nvPr>
        </p:nvSpPr>
        <p:spPr>
          <a:xfrm>
            <a:off x="3089275" y="2547730"/>
            <a:ext cx="1450976" cy="532020"/>
          </a:xfrm>
          <a:prstGeom prst="rect">
            <a:avLst/>
          </a:prstGeom>
        </p:spPr>
        <p:txBody>
          <a:bodyPr>
            <a:noAutofit/>
          </a:bodyPr>
          <a:lstStyle>
            <a:lvl1pPr marL="0" indent="0">
              <a:buNone/>
              <a:defRPr sz="800">
                <a:solidFill>
                  <a:schemeClr val="tx1"/>
                </a:solidFill>
              </a:defRPr>
            </a:lvl1pPr>
          </a:lstStyle>
          <a:p>
            <a:pPr lvl="0"/>
            <a:r>
              <a:rPr lang="en-US" dirty="0"/>
              <a:t>Lorem ipsum dolor sit amet, consectetur adipiscing elit, sed do</a:t>
            </a:r>
          </a:p>
        </p:txBody>
      </p:sp>
      <p:sp>
        <p:nvSpPr>
          <p:cNvPr id="19" name="Text Placeholder 36"/>
          <p:cNvSpPr>
            <a:spLocks noGrp="1"/>
          </p:cNvSpPr>
          <p:nvPr>
            <p:ph type="body" sz="quarter" idx="25" hasCustomPrompt="1"/>
          </p:nvPr>
        </p:nvSpPr>
        <p:spPr>
          <a:xfrm>
            <a:off x="3089275" y="2302461"/>
            <a:ext cx="1450975" cy="270669"/>
          </a:xfrm>
          <a:prstGeom prst="rect">
            <a:avLst/>
          </a:prstGeom>
        </p:spPr>
        <p:txBody>
          <a:bodyPr>
            <a:noAutofit/>
          </a:bodyPr>
          <a:lstStyle>
            <a:lvl1pPr marL="0" indent="0" algn="l">
              <a:buNone/>
              <a:defRPr kumimoji="0" lang="en-US" sz="12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02</a:t>
            </a:r>
            <a:endParaRPr lang="ru-RU" dirty="0"/>
          </a:p>
        </p:txBody>
      </p:sp>
      <p:sp>
        <p:nvSpPr>
          <p:cNvPr id="20" name="Text Placeholder 33"/>
          <p:cNvSpPr>
            <a:spLocks noGrp="1"/>
          </p:cNvSpPr>
          <p:nvPr>
            <p:ph type="body" sz="quarter" idx="26" hasCustomPrompt="1"/>
          </p:nvPr>
        </p:nvSpPr>
        <p:spPr>
          <a:xfrm>
            <a:off x="4594225" y="693530"/>
            <a:ext cx="1450976" cy="532020"/>
          </a:xfrm>
          <a:prstGeom prst="rect">
            <a:avLst/>
          </a:prstGeom>
        </p:spPr>
        <p:txBody>
          <a:bodyPr>
            <a:noAutofit/>
          </a:bodyPr>
          <a:lstStyle>
            <a:lvl1pPr marL="0" indent="0">
              <a:buNone/>
              <a:defRPr sz="800">
                <a:solidFill>
                  <a:schemeClr val="tx1"/>
                </a:solidFill>
              </a:defRPr>
            </a:lvl1pPr>
          </a:lstStyle>
          <a:p>
            <a:pPr lvl="0"/>
            <a:r>
              <a:rPr lang="en-US" dirty="0"/>
              <a:t>Lorem ipsum dolor sit amet, consectetur adipiscing elit, sed do</a:t>
            </a:r>
          </a:p>
        </p:txBody>
      </p:sp>
      <p:sp>
        <p:nvSpPr>
          <p:cNvPr id="21" name="Text Placeholder 36"/>
          <p:cNvSpPr>
            <a:spLocks noGrp="1"/>
          </p:cNvSpPr>
          <p:nvPr>
            <p:ph type="body" sz="quarter" idx="27" hasCustomPrompt="1"/>
          </p:nvPr>
        </p:nvSpPr>
        <p:spPr>
          <a:xfrm>
            <a:off x="4594225" y="448261"/>
            <a:ext cx="1450975" cy="270669"/>
          </a:xfrm>
          <a:prstGeom prst="rect">
            <a:avLst/>
          </a:prstGeom>
        </p:spPr>
        <p:txBody>
          <a:bodyPr>
            <a:noAutofit/>
          </a:bodyPr>
          <a:lstStyle>
            <a:lvl1pPr marL="0" indent="0" algn="l">
              <a:buNone/>
              <a:defRPr kumimoji="0" lang="en-US" sz="12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03</a:t>
            </a:r>
            <a:endParaRPr lang="ru-RU" dirty="0"/>
          </a:p>
        </p:txBody>
      </p:sp>
      <p:sp>
        <p:nvSpPr>
          <p:cNvPr id="22" name="Text Placeholder 33"/>
          <p:cNvSpPr>
            <a:spLocks noGrp="1"/>
          </p:cNvSpPr>
          <p:nvPr>
            <p:ph type="body" sz="quarter" idx="28" hasCustomPrompt="1"/>
          </p:nvPr>
        </p:nvSpPr>
        <p:spPr>
          <a:xfrm>
            <a:off x="6600825" y="1310170"/>
            <a:ext cx="1450976" cy="532020"/>
          </a:xfrm>
          <a:prstGeom prst="rect">
            <a:avLst/>
          </a:prstGeom>
        </p:spPr>
        <p:txBody>
          <a:bodyPr>
            <a:noAutofit/>
          </a:bodyPr>
          <a:lstStyle>
            <a:lvl1pPr marL="0" indent="0">
              <a:buNone/>
              <a:defRPr sz="800">
                <a:solidFill>
                  <a:schemeClr val="tx1"/>
                </a:solidFill>
              </a:defRPr>
            </a:lvl1pPr>
          </a:lstStyle>
          <a:p>
            <a:pPr lvl="0"/>
            <a:r>
              <a:rPr lang="en-US" dirty="0"/>
              <a:t>Lorem ipsum dolor sit amet, consectetur adipiscing elit, sed do</a:t>
            </a:r>
          </a:p>
        </p:txBody>
      </p:sp>
      <p:sp>
        <p:nvSpPr>
          <p:cNvPr id="23" name="Text Placeholder 36"/>
          <p:cNvSpPr>
            <a:spLocks noGrp="1"/>
          </p:cNvSpPr>
          <p:nvPr>
            <p:ph type="body" sz="quarter" idx="29" hasCustomPrompt="1"/>
          </p:nvPr>
        </p:nvSpPr>
        <p:spPr>
          <a:xfrm>
            <a:off x="6600825" y="1064901"/>
            <a:ext cx="1450975" cy="270669"/>
          </a:xfrm>
          <a:prstGeom prst="rect">
            <a:avLst/>
          </a:prstGeom>
        </p:spPr>
        <p:txBody>
          <a:bodyPr>
            <a:noAutofit/>
          </a:bodyPr>
          <a:lstStyle>
            <a:lvl1pPr marL="0" indent="0" algn="l">
              <a:buNone/>
              <a:defRPr kumimoji="0" lang="en-US" sz="12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04</a:t>
            </a:r>
            <a:endParaRPr lang="ru-RU" dirty="0"/>
          </a:p>
        </p:txBody>
      </p:sp>
      <p:sp>
        <p:nvSpPr>
          <p:cNvPr id="25" name="Text Placeholder 33"/>
          <p:cNvSpPr>
            <a:spLocks noGrp="1"/>
          </p:cNvSpPr>
          <p:nvPr>
            <p:ph type="body" sz="quarter" idx="30" hasCustomPrompt="1"/>
          </p:nvPr>
        </p:nvSpPr>
        <p:spPr>
          <a:xfrm>
            <a:off x="7940675" y="2700820"/>
            <a:ext cx="1450976" cy="532020"/>
          </a:xfrm>
          <a:prstGeom prst="rect">
            <a:avLst/>
          </a:prstGeom>
        </p:spPr>
        <p:txBody>
          <a:bodyPr>
            <a:noAutofit/>
          </a:bodyPr>
          <a:lstStyle>
            <a:lvl1pPr marL="0" indent="0">
              <a:buNone/>
              <a:defRPr sz="800">
                <a:solidFill>
                  <a:schemeClr val="tx1"/>
                </a:solidFill>
              </a:defRPr>
            </a:lvl1pPr>
          </a:lstStyle>
          <a:p>
            <a:pPr lvl="0"/>
            <a:r>
              <a:rPr lang="en-US" dirty="0"/>
              <a:t>Lorem ipsum dolor sit amet, consectetur adipiscing elit, sed do</a:t>
            </a:r>
          </a:p>
        </p:txBody>
      </p:sp>
      <p:sp>
        <p:nvSpPr>
          <p:cNvPr id="26" name="Text Placeholder 36"/>
          <p:cNvSpPr>
            <a:spLocks noGrp="1"/>
          </p:cNvSpPr>
          <p:nvPr>
            <p:ph type="body" sz="quarter" idx="31" hasCustomPrompt="1"/>
          </p:nvPr>
        </p:nvSpPr>
        <p:spPr>
          <a:xfrm>
            <a:off x="7940675" y="2455551"/>
            <a:ext cx="1450975" cy="270669"/>
          </a:xfrm>
          <a:prstGeom prst="rect">
            <a:avLst/>
          </a:prstGeom>
        </p:spPr>
        <p:txBody>
          <a:bodyPr>
            <a:noAutofit/>
          </a:bodyPr>
          <a:lstStyle>
            <a:lvl1pPr marL="0" indent="0" algn="l">
              <a:buNone/>
              <a:defRPr kumimoji="0" lang="en-US" sz="12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05</a:t>
            </a:r>
            <a:endParaRPr lang="ru-RU" dirty="0"/>
          </a:p>
        </p:txBody>
      </p:sp>
      <p:sp>
        <p:nvSpPr>
          <p:cNvPr id="27" name="Text Placeholder 33"/>
          <p:cNvSpPr>
            <a:spLocks noGrp="1"/>
          </p:cNvSpPr>
          <p:nvPr>
            <p:ph type="body" sz="quarter" idx="32" hasCustomPrompt="1"/>
          </p:nvPr>
        </p:nvSpPr>
        <p:spPr>
          <a:xfrm>
            <a:off x="9566275" y="1684820"/>
            <a:ext cx="1450976" cy="532020"/>
          </a:xfrm>
          <a:prstGeom prst="rect">
            <a:avLst/>
          </a:prstGeom>
        </p:spPr>
        <p:txBody>
          <a:bodyPr>
            <a:noAutofit/>
          </a:bodyPr>
          <a:lstStyle>
            <a:lvl1pPr marL="0" indent="0">
              <a:buNone/>
              <a:defRPr sz="800">
                <a:solidFill>
                  <a:schemeClr val="tx1"/>
                </a:solidFill>
              </a:defRPr>
            </a:lvl1pPr>
          </a:lstStyle>
          <a:p>
            <a:pPr lvl="0"/>
            <a:r>
              <a:rPr lang="en-US" dirty="0"/>
              <a:t>Lorem ipsum dolor sit amet, consectetur adipiscing elit, sed do</a:t>
            </a:r>
          </a:p>
        </p:txBody>
      </p:sp>
      <p:sp>
        <p:nvSpPr>
          <p:cNvPr id="28" name="Text Placeholder 36"/>
          <p:cNvSpPr>
            <a:spLocks noGrp="1"/>
          </p:cNvSpPr>
          <p:nvPr>
            <p:ph type="body" sz="quarter" idx="33" hasCustomPrompt="1"/>
          </p:nvPr>
        </p:nvSpPr>
        <p:spPr>
          <a:xfrm>
            <a:off x="9566275" y="1439551"/>
            <a:ext cx="1450975" cy="270669"/>
          </a:xfrm>
          <a:prstGeom prst="rect">
            <a:avLst/>
          </a:prstGeom>
        </p:spPr>
        <p:txBody>
          <a:bodyPr>
            <a:noAutofit/>
          </a:bodyPr>
          <a:lstStyle>
            <a:lvl1pPr marL="0" indent="0" algn="l">
              <a:buNone/>
              <a:defRPr kumimoji="0" lang="en-US" sz="12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06</a:t>
            </a:r>
            <a:endParaRPr lang="ru-RU" dirty="0"/>
          </a:p>
        </p:txBody>
      </p:sp>
    </p:spTree>
    <p:extLst>
      <p:ext uri="{BB962C8B-B14F-4D97-AF65-F5344CB8AC3E}">
        <p14:creationId xmlns:p14="http://schemas.microsoft.com/office/powerpoint/2010/main" val="16029249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05_01 Options">
    <p:spTree>
      <p:nvGrpSpPr>
        <p:cNvPr id="1" name=""/>
        <p:cNvGrpSpPr/>
        <p:nvPr/>
      </p:nvGrpSpPr>
      <p:grpSpPr>
        <a:xfrm>
          <a:off x="0" y="0"/>
          <a:ext cx="0" cy="0"/>
          <a:chOff x="0" y="0"/>
          <a:chExt cx="0" cy="0"/>
        </a:xfrm>
      </p:grpSpPr>
      <p:sp>
        <p:nvSpPr>
          <p:cNvPr id="12" name="Text Placeholder 33"/>
          <p:cNvSpPr>
            <a:spLocks noGrp="1"/>
          </p:cNvSpPr>
          <p:nvPr>
            <p:ph type="body" sz="quarter" idx="19" hasCustomPrompt="1"/>
          </p:nvPr>
        </p:nvSpPr>
        <p:spPr>
          <a:xfrm>
            <a:off x="1981945" y="1296338"/>
            <a:ext cx="1450976" cy="532020"/>
          </a:xfrm>
          <a:prstGeom prst="rect">
            <a:avLst/>
          </a:prstGeom>
        </p:spPr>
        <p:txBody>
          <a:bodyPr>
            <a:noAutofit/>
          </a:bodyPr>
          <a:lstStyle>
            <a:lvl1pPr marL="0" indent="0">
              <a:buNone/>
              <a:defRPr sz="800">
                <a:solidFill>
                  <a:schemeClr val="tx1"/>
                </a:solidFill>
              </a:defRPr>
            </a:lvl1pPr>
          </a:lstStyle>
          <a:p>
            <a:pPr lvl="0"/>
            <a:r>
              <a:rPr lang="en-US" dirty="0"/>
              <a:t>Lorem ipsum dolor sit amet, consectetur adipiscing elit, sed do</a:t>
            </a:r>
          </a:p>
        </p:txBody>
      </p:sp>
      <p:sp>
        <p:nvSpPr>
          <p:cNvPr id="16" name="Text Placeholder 36"/>
          <p:cNvSpPr>
            <a:spLocks noGrp="1"/>
          </p:cNvSpPr>
          <p:nvPr>
            <p:ph type="body" sz="quarter" idx="23" hasCustomPrompt="1"/>
          </p:nvPr>
        </p:nvSpPr>
        <p:spPr>
          <a:xfrm>
            <a:off x="1981945" y="1051069"/>
            <a:ext cx="1450975" cy="270669"/>
          </a:xfrm>
          <a:prstGeom prst="rect">
            <a:avLst/>
          </a:prstGeom>
        </p:spPr>
        <p:txBody>
          <a:bodyPr>
            <a:noAutofit/>
          </a:bodyPr>
          <a:lstStyle>
            <a:lvl1pPr marL="0" indent="0" algn="l">
              <a:buNone/>
              <a:defRPr kumimoji="0" lang="en-US" sz="12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01</a:t>
            </a:r>
            <a:endParaRPr lang="ru-RU" dirty="0"/>
          </a:p>
        </p:txBody>
      </p:sp>
      <p:sp>
        <p:nvSpPr>
          <p:cNvPr id="11" name="Text Placeholder 33"/>
          <p:cNvSpPr>
            <a:spLocks noGrp="1"/>
          </p:cNvSpPr>
          <p:nvPr>
            <p:ph type="body" sz="quarter" idx="24" hasCustomPrompt="1"/>
          </p:nvPr>
        </p:nvSpPr>
        <p:spPr>
          <a:xfrm>
            <a:off x="3779353" y="2301239"/>
            <a:ext cx="1450976" cy="532020"/>
          </a:xfrm>
          <a:prstGeom prst="rect">
            <a:avLst/>
          </a:prstGeom>
        </p:spPr>
        <p:txBody>
          <a:bodyPr>
            <a:noAutofit/>
          </a:bodyPr>
          <a:lstStyle>
            <a:lvl1pPr marL="0" indent="0">
              <a:buNone/>
              <a:defRPr sz="800">
                <a:solidFill>
                  <a:schemeClr val="tx1"/>
                </a:solidFill>
              </a:defRPr>
            </a:lvl1pPr>
          </a:lstStyle>
          <a:p>
            <a:pPr lvl="0"/>
            <a:r>
              <a:rPr lang="en-US" dirty="0"/>
              <a:t>Lorem ipsum dolor sit amet, consectetur adipiscing elit, sed do</a:t>
            </a:r>
          </a:p>
        </p:txBody>
      </p:sp>
      <p:sp>
        <p:nvSpPr>
          <p:cNvPr id="19" name="Text Placeholder 36"/>
          <p:cNvSpPr>
            <a:spLocks noGrp="1"/>
          </p:cNvSpPr>
          <p:nvPr>
            <p:ph type="body" sz="quarter" idx="25" hasCustomPrompt="1"/>
          </p:nvPr>
        </p:nvSpPr>
        <p:spPr>
          <a:xfrm>
            <a:off x="3779353" y="2055970"/>
            <a:ext cx="1450975" cy="270669"/>
          </a:xfrm>
          <a:prstGeom prst="rect">
            <a:avLst/>
          </a:prstGeom>
        </p:spPr>
        <p:txBody>
          <a:bodyPr>
            <a:noAutofit/>
          </a:bodyPr>
          <a:lstStyle>
            <a:lvl1pPr marL="0" indent="0" algn="l">
              <a:buNone/>
              <a:defRPr kumimoji="0" lang="en-US" sz="12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02</a:t>
            </a:r>
            <a:endParaRPr lang="ru-RU" dirty="0"/>
          </a:p>
        </p:txBody>
      </p:sp>
      <p:sp>
        <p:nvSpPr>
          <p:cNvPr id="20" name="Text Placeholder 33"/>
          <p:cNvSpPr>
            <a:spLocks noGrp="1"/>
          </p:cNvSpPr>
          <p:nvPr>
            <p:ph type="body" sz="quarter" idx="26" hasCustomPrompt="1"/>
          </p:nvPr>
        </p:nvSpPr>
        <p:spPr>
          <a:xfrm>
            <a:off x="5604041" y="1226267"/>
            <a:ext cx="1450976" cy="532020"/>
          </a:xfrm>
          <a:prstGeom prst="rect">
            <a:avLst/>
          </a:prstGeom>
        </p:spPr>
        <p:txBody>
          <a:bodyPr>
            <a:noAutofit/>
          </a:bodyPr>
          <a:lstStyle>
            <a:lvl1pPr marL="0" indent="0">
              <a:buNone/>
              <a:defRPr sz="800">
                <a:solidFill>
                  <a:schemeClr val="tx1"/>
                </a:solidFill>
              </a:defRPr>
            </a:lvl1pPr>
          </a:lstStyle>
          <a:p>
            <a:pPr lvl="0"/>
            <a:r>
              <a:rPr lang="en-US" dirty="0"/>
              <a:t>Lorem ipsum dolor sit amet, consectetur adipiscing elit, sed do</a:t>
            </a:r>
          </a:p>
        </p:txBody>
      </p:sp>
      <p:sp>
        <p:nvSpPr>
          <p:cNvPr id="21" name="Text Placeholder 36"/>
          <p:cNvSpPr>
            <a:spLocks noGrp="1"/>
          </p:cNvSpPr>
          <p:nvPr>
            <p:ph type="body" sz="quarter" idx="27" hasCustomPrompt="1"/>
          </p:nvPr>
        </p:nvSpPr>
        <p:spPr>
          <a:xfrm>
            <a:off x="5604041" y="980998"/>
            <a:ext cx="1450975" cy="270669"/>
          </a:xfrm>
          <a:prstGeom prst="rect">
            <a:avLst/>
          </a:prstGeom>
        </p:spPr>
        <p:txBody>
          <a:bodyPr>
            <a:noAutofit/>
          </a:bodyPr>
          <a:lstStyle>
            <a:lvl1pPr marL="0" indent="0" algn="l">
              <a:buNone/>
              <a:defRPr kumimoji="0" lang="en-US" sz="12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03</a:t>
            </a:r>
            <a:endParaRPr lang="ru-RU" dirty="0"/>
          </a:p>
        </p:txBody>
      </p:sp>
      <p:sp>
        <p:nvSpPr>
          <p:cNvPr id="22" name="Text Placeholder 33"/>
          <p:cNvSpPr>
            <a:spLocks noGrp="1"/>
          </p:cNvSpPr>
          <p:nvPr>
            <p:ph type="body" sz="quarter" idx="28" hasCustomPrompt="1"/>
          </p:nvPr>
        </p:nvSpPr>
        <p:spPr>
          <a:xfrm>
            <a:off x="7403906" y="1866761"/>
            <a:ext cx="1450976" cy="532020"/>
          </a:xfrm>
          <a:prstGeom prst="rect">
            <a:avLst/>
          </a:prstGeom>
        </p:spPr>
        <p:txBody>
          <a:bodyPr>
            <a:noAutofit/>
          </a:bodyPr>
          <a:lstStyle>
            <a:lvl1pPr marL="0" indent="0">
              <a:buNone/>
              <a:defRPr sz="800">
                <a:solidFill>
                  <a:schemeClr val="tx1"/>
                </a:solidFill>
              </a:defRPr>
            </a:lvl1pPr>
          </a:lstStyle>
          <a:p>
            <a:pPr lvl="0"/>
            <a:r>
              <a:rPr lang="en-US" dirty="0"/>
              <a:t>Lorem ipsum dolor sit amet, consectetur adipiscing elit, sed do</a:t>
            </a:r>
          </a:p>
        </p:txBody>
      </p:sp>
      <p:sp>
        <p:nvSpPr>
          <p:cNvPr id="23" name="Text Placeholder 36"/>
          <p:cNvSpPr>
            <a:spLocks noGrp="1"/>
          </p:cNvSpPr>
          <p:nvPr>
            <p:ph type="body" sz="quarter" idx="29" hasCustomPrompt="1"/>
          </p:nvPr>
        </p:nvSpPr>
        <p:spPr>
          <a:xfrm>
            <a:off x="7403906" y="1621492"/>
            <a:ext cx="1450975" cy="270669"/>
          </a:xfrm>
          <a:prstGeom prst="rect">
            <a:avLst/>
          </a:prstGeom>
        </p:spPr>
        <p:txBody>
          <a:bodyPr>
            <a:noAutofit/>
          </a:bodyPr>
          <a:lstStyle>
            <a:lvl1pPr marL="0" indent="0" algn="l">
              <a:buNone/>
              <a:defRPr kumimoji="0" lang="en-US" sz="12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04</a:t>
            </a:r>
            <a:endParaRPr lang="ru-RU" dirty="0"/>
          </a:p>
        </p:txBody>
      </p:sp>
      <p:sp>
        <p:nvSpPr>
          <p:cNvPr id="25" name="Text Placeholder 33"/>
          <p:cNvSpPr>
            <a:spLocks noGrp="1"/>
          </p:cNvSpPr>
          <p:nvPr>
            <p:ph type="body" sz="quarter" idx="30" hasCustomPrompt="1"/>
          </p:nvPr>
        </p:nvSpPr>
        <p:spPr>
          <a:xfrm>
            <a:off x="9157224" y="832263"/>
            <a:ext cx="1450976" cy="532020"/>
          </a:xfrm>
          <a:prstGeom prst="rect">
            <a:avLst/>
          </a:prstGeom>
        </p:spPr>
        <p:txBody>
          <a:bodyPr>
            <a:noAutofit/>
          </a:bodyPr>
          <a:lstStyle>
            <a:lvl1pPr marL="0" indent="0">
              <a:buNone/>
              <a:defRPr sz="800">
                <a:solidFill>
                  <a:schemeClr val="tx1"/>
                </a:solidFill>
              </a:defRPr>
            </a:lvl1pPr>
          </a:lstStyle>
          <a:p>
            <a:pPr lvl="0"/>
            <a:r>
              <a:rPr lang="en-US" dirty="0"/>
              <a:t>Lorem ipsum dolor sit amet, consectetur adipiscing elit, sed do</a:t>
            </a:r>
          </a:p>
        </p:txBody>
      </p:sp>
      <p:sp>
        <p:nvSpPr>
          <p:cNvPr id="26" name="Text Placeholder 36"/>
          <p:cNvSpPr>
            <a:spLocks noGrp="1"/>
          </p:cNvSpPr>
          <p:nvPr>
            <p:ph type="body" sz="quarter" idx="31" hasCustomPrompt="1"/>
          </p:nvPr>
        </p:nvSpPr>
        <p:spPr>
          <a:xfrm>
            <a:off x="9157224" y="586994"/>
            <a:ext cx="1450975" cy="270669"/>
          </a:xfrm>
          <a:prstGeom prst="rect">
            <a:avLst/>
          </a:prstGeom>
        </p:spPr>
        <p:txBody>
          <a:bodyPr>
            <a:noAutofit/>
          </a:bodyPr>
          <a:lstStyle>
            <a:lvl1pPr marL="0" indent="0" algn="l">
              <a:buNone/>
              <a:defRPr kumimoji="0" lang="en-US" sz="12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05</a:t>
            </a:r>
            <a:endParaRPr lang="ru-RU" dirty="0"/>
          </a:p>
        </p:txBody>
      </p:sp>
    </p:spTree>
    <p:extLst>
      <p:ext uri="{BB962C8B-B14F-4D97-AF65-F5344CB8AC3E}">
        <p14:creationId xmlns:p14="http://schemas.microsoft.com/office/powerpoint/2010/main" val="2553036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dirty="0"/>
              <a:t>Click to edit Master title style</a:t>
            </a:r>
            <a:endParaRPr lang="ru-RU" dirty="0"/>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ru-RU" dirty="0"/>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ru-RU"/>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ru-RU"/>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A68A17F8-5D6C-45DB-8E4A-81848F6CB7CB}" type="slidenum">
              <a:rPr lang="ru-RU" smtClean="0"/>
              <a:t>‹Nº›</a:t>
            </a:fld>
            <a:endParaRPr lang="ru-RU"/>
          </a:p>
        </p:txBody>
      </p:sp>
    </p:spTree>
    <p:extLst>
      <p:ext uri="{BB962C8B-B14F-4D97-AF65-F5344CB8AC3E}">
        <p14:creationId xmlns:p14="http://schemas.microsoft.com/office/powerpoint/2010/main" val="2210967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ru-RU"/>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ru-RU"/>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ru-RU"/>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A68A17F8-5D6C-45DB-8E4A-81848F6CB7CB}" type="slidenum">
              <a:rPr lang="ru-RU" smtClean="0"/>
              <a:t>‹Nº›</a:t>
            </a:fld>
            <a:endParaRPr lang="ru-RU"/>
          </a:p>
        </p:txBody>
      </p:sp>
    </p:spTree>
    <p:extLst>
      <p:ext uri="{BB962C8B-B14F-4D97-AF65-F5344CB8AC3E}">
        <p14:creationId xmlns:p14="http://schemas.microsoft.com/office/powerpoint/2010/main" val="2796293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ru-RU"/>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ru-RU"/>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ru-RU"/>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A68A17F8-5D6C-45DB-8E4A-81848F6CB7CB}" type="slidenum">
              <a:rPr lang="ru-RU" smtClean="0"/>
              <a:t>‹Nº›</a:t>
            </a:fld>
            <a:endParaRPr lang="ru-RU"/>
          </a:p>
        </p:txBody>
      </p:sp>
    </p:spTree>
    <p:extLst>
      <p:ext uri="{BB962C8B-B14F-4D97-AF65-F5344CB8AC3E}">
        <p14:creationId xmlns:p14="http://schemas.microsoft.com/office/powerpoint/2010/main" val="4525847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ru-RU"/>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7" name="Date Placeholder 6"/>
          <p:cNvSpPr>
            <a:spLocks noGrp="1"/>
          </p:cNvSpPr>
          <p:nvPr>
            <p:ph type="dt" sz="half" idx="10"/>
          </p:nvPr>
        </p:nvSpPr>
        <p:spPr>
          <a:xfrm>
            <a:off x="838200" y="6356350"/>
            <a:ext cx="2743200" cy="365125"/>
          </a:xfrm>
          <a:prstGeom prst="rect">
            <a:avLst/>
          </a:prstGeom>
        </p:spPr>
        <p:txBody>
          <a:bodyPr/>
          <a:lstStyle/>
          <a:p>
            <a:endParaRPr lang="ru-RU"/>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ru-RU"/>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A68A17F8-5D6C-45DB-8E4A-81848F6CB7CB}" type="slidenum">
              <a:rPr lang="ru-RU" smtClean="0"/>
              <a:t>‹Nº›</a:t>
            </a:fld>
            <a:endParaRPr lang="ru-RU"/>
          </a:p>
        </p:txBody>
      </p:sp>
    </p:spTree>
    <p:extLst>
      <p:ext uri="{BB962C8B-B14F-4D97-AF65-F5344CB8AC3E}">
        <p14:creationId xmlns:p14="http://schemas.microsoft.com/office/powerpoint/2010/main" val="30866277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dirty="0"/>
              <a:t>Click to edit Master title style</a:t>
            </a:r>
            <a:endParaRPr lang="ru-RU" dirty="0"/>
          </a:p>
        </p:txBody>
      </p:sp>
      <p:sp>
        <p:nvSpPr>
          <p:cNvPr id="3" name="Date Placeholder 2"/>
          <p:cNvSpPr>
            <a:spLocks noGrp="1"/>
          </p:cNvSpPr>
          <p:nvPr>
            <p:ph type="dt" sz="half" idx="10"/>
          </p:nvPr>
        </p:nvSpPr>
        <p:spPr>
          <a:xfrm>
            <a:off x="838200" y="6356350"/>
            <a:ext cx="2743200" cy="365125"/>
          </a:xfrm>
          <a:prstGeom prst="rect">
            <a:avLst/>
          </a:prstGeom>
        </p:spPr>
        <p:txBody>
          <a:bodyPr/>
          <a:lstStyle/>
          <a:p>
            <a:endParaRPr lang="ru-RU"/>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ru-RU"/>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A68A17F8-5D6C-45DB-8E4A-81848F6CB7CB}" type="slidenum">
              <a:rPr lang="ru-RU" smtClean="0"/>
              <a:t>‹Nº›</a:t>
            </a:fld>
            <a:endParaRPr lang="ru-RU"/>
          </a:p>
        </p:txBody>
      </p:sp>
    </p:spTree>
    <p:extLst>
      <p:ext uri="{BB962C8B-B14F-4D97-AF65-F5344CB8AC3E}">
        <p14:creationId xmlns:p14="http://schemas.microsoft.com/office/powerpoint/2010/main" val="40085545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endParaRPr lang="ru-RU"/>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ru-RU"/>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A68A17F8-5D6C-45DB-8E4A-81848F6CB7CB}" type="slidenum">
              <a:rPr lang="ru-RU" smtClean="0"/>
              <a:t>‹Nº›</a:t>
            </a:fld>
            <a:endParaRPr lang="ru-RU"/>
          </a:p>
        </p:txBody>
      </p:sp>
    </p:spTree>
    <p:extLst>
      <p:ext uri="{BB962C8B-B14F-4D97-AF65-F5344CB8AC3E}">
        <p14:creationId xmlns:p14="http://schemas.microsoft.com/office/powerpoint/2010/main" val="32820313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ru-RU"/>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ru-RU"/>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ru-RU"/>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A68A17F8-5D6C-45DB-8E4A-81848F6CB7CB}" type="slidenum">
              <a:rPr lang="ru-RU" smtClean="0"/>
              <a:t>‹Nº›</a:t>
            </a:fld>
            <a:endParaRPr lang="ru-RU"/>
          </a:p>
        </p:txBody>
      </p:sp>
    </p:spTree>
    <p:extLst>
      <p:ext uri="{BB962C8B-B14F-4D97-AF65-F5344CB8AC3E}">
        <p14:creationId xmlns:p14="http://schemas.microsoft.com/office/powerpoint/2010/main" val="20755679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ru-RU"/>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ru-RU"/>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ru-RU"/>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A68A17F8-5D6C-45DB-8E4A-81848F6CB7CB}" type="slidenum">
              <a:rPr lang="ru-RU" smtClean="0"/>
              <a:t>‹Nº›</a:t>
            </a:fld>
            <a:endParaRPr lang="ru-RU"/>
          </a:p>
        </p:txBody>
      </p:sp>
    </p:spTree>
    <p:extLst>
      <p:ext uri="{BB962C8B-B14F-4D97-AF65-F5344CB8AC3E}">
        <p14:creationId xmlns:p14="http://schemas.microsoft.com/office/powerpoint/2010/main" val="29150135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ru-RU"/>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ru-RU"/>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ru-RU"/>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A68A17F8-5D6C-45DB-8E4A-81848F6CB7CB}" type="slidenum">
              <a:rPr lang="ru-RU" smtClean="0"/>
              <a:t>‹Nº›</a:t>
            </a:fld>
            <a:endParaRPr lang="ru-RU"/>
          </a:p>
        </p:txBody>
      </p:sp>
    </p:spTree>
    <p:extLst>
      <p:ext uri="{BB962C8B-B14F-4D97-AF65-F5344CB8AC3E}">
        <p14:creationId xmlns:p14="http://schemas.microsoft.com/office/powerpoint/2010/main" val="19628860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ru-RU"/>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ru-RU"/>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ru-RU"/>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A68A17F8-5D6C-45DB-8E4A-81848F6CB7CB}" type="slidenum">
              <a:rPr lang="ru-RU" smtClean="0"/>
              <a:t>‹Nº›</a:t>
            </a:fld>
            <a:endParaRPr lang="ru-RU"/>
          </a:p>
        </p:txBody>
      </p:sp>
    </p:spTree>
    <p:extLst>
      <p:ext uri="{BB962C8B-B14F-4D97-AF65-F5344CB8AC3E}">
        <p14:creationId xmlns:p14="http://schemas.microsoft.com/office/powerpoint/2010/main" val="7664781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03 options">
    <p:spTree>
      <p:nvGrpSpPr>
        <p:cNvPr id="1" name=""/>
        <p:cNvGrpSpPr/>
        <p:nvPr/>
      </p:nvGrpSpPr>
      <p:grpSpPr>
        <a:xfrm>
          <a:off x="0" y="0"/>
          <a:ext cx="0" cy="0"/>
          <a:chOff x="0" y="0"/>
          <a:chExt cx="0" cy="0"/>
        </a:xfrm>
      </p:grpSpPr>
      <p:sp>
        <p:nvSpPr>
          <p:cNvPr id="34" name="Text Placeholder 33"/>
          <p:cNvSpPr>
            <a:spLocks noGrp="1"/>
          </p:cNvSpPr>
          <p:nvPr>
            <p:ph type="body" sz="quarter" idx="11" hasCustomPrompt="1"/>
          </p:nvPr>
        </p:nvSpPr>
        <p:spPr>
          <a:xfrm>
            <a:off x="840105" y="1560511"/>
            <a:ext cx="3855720" cy="968376"/>
          </a:xfrm>
        </p:spPr>
        <p:txBody>
          <a:bodyPr>
            <a:noAutofit/>
          </a:bodyPr>
          <a:lstStyle>
            <a:lvl1pPr marL="0" indent="0">
              <a:buNone/>
              <a:defRPr sz="1200">
                <a:solidFill>
                  <a:schemeClr val="tx1"/>
                </a:solidFill>
              </a:defRPr>
            </a:lvl1pPr>
          </a:lstStyle>
          <a:p>
            <a:pPr lvl="0"/>
            <a:r>
              <a:rPr lang="en-US" dirty="0"/>
              <a:t>Lorem ipsum dolor sit amet, consectetur adipiscing elit, sed do eiusmod tempor incididunt ut labore et dolore magna aliqua. Ut enim ad minim veniam, quis nostrud exercitation ullamco laboris nisi ut aliquip ex ea commodo consequat. </a:t>
            </a:r>
          </a:p>
        </p:txBody>
      </p:sp>
      <p:sp>
        <p:nvSpPr>
          <p:cNvPr id="45" name="Text Placeholder 36"/>
          <p:cNvSpPr>
            <a:spLocks noGrp="1"/>
          </p:cNvSpPr>
          <p:nvPr>
            <p:ph type="body" sz="quarter" idx="14" hasCustomPrompt="1"/>
          </p:nvPr>
        </p:nvSpPr>
        <p:spPr>
          <a:xfrm>
            <a:off x="840104" y="1019173"/>
            <a:ext cx="2531747" cy="541338"/>
          </a:xfrm>
        </p:spPr>
        <p:txBody>
          <a:bodyPr>
            <a:noAutofit/>
          </a:bodyPr>
          <a:lstStyle>
            <a:lvl1pPr marL="0" indent="0" algn="l">
              <a:buNone/>
              <a:defRPr kumimoji="0" lang="en-US" sz="24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01</a:t>
            </a:r>
            <a:endParaRPr lang="ru-RU" dirty="0"/>
          </a:p>
        </p:txBody>
      </p:sp>
      <p:sp>
        <p:nvSpPr>
          <p:cNvPr id="6" name="Text Placeholder 33"/>
          <p:cNvSpPr>
            <a:spLocks noGrp="1"/>
          </p:cNvSpPr>
          <p:nvPr>
            <p:ph type="body" sz="quarter" idx="15" hasCustomPrompt="1"/>
          </p:nvPr>
        </p:nvSpPr>
        <p:spPr>
          <a:xfrm>
            <a:off x="840105" y="3355971"/>
            <a:ext cx="3855720" cy="968376"/>
          </a:xfrm>
        </p:spPr>
        <p:txBody>
          <a:bodyPr>
            <a:noAutofit/>
          </a:bodyPr>
          <a:lstStyle>
            <a:lvl1pPr marL="0" indent="0">
              <a:buNone/>
              <a:defRPr sz="1200">
                <a:solidFill>
                  <a:schemeClr val="tx1"/>
                </a:solidFill>
              </a:defRPr>
            </a:lvl1pPr>
          </a:lstStyle>
          <a:p>
            <a:pPr lvl="0"/>
            <a:r>
              <a:rPr lang="en-US" dirty="0"/>
              <a:t>Lorem ipsum dolor sit amet, consectetur adipiscing elit, sed do eiusmod tempor incididunt ut labore et dolore magna aliqua. Ut enim ad minim veniam, quis nostrud exercitation ullamco laboris nisi ut aliquip ex ea commodo consequat. </a:t>
            </a:r>
          </a:p>
        </p:txBody>
      </p:sp>
      <p:sp>
        <p:nvSpPr>
          <p:cNvPr id="7" name="Text Placeholder 36"/>
          <p:cNvSpPr>
            <a:spLocks noGrp="1"/>
          </p:cNvSpPr>
          <p:nvPr>
            <p:ph type="body" sz="quarter" idx="16" hasCustomPrompt="1"/>
          </p:nvPr>
        </p:nvSpPr>
        <p:spPr>
          <a:xfrm>
            <a:off x="840104" y="2814633"/>
            <a:ext cx="2531747" cy="541338"/>
          </a:xfrm>
        </p:spPr>
        <p:txBody>
          <a:bodyPr>
            <a:noAutofit/>
          </a:bodyPr>
          <a:lstStyle>
            <a:lvl1pPr marL="0" indent="0" algn="l">
              <a:buNone/>
              <a:defRPr kumimoji="0" lang="en-US" sz="24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02</a:t>
            </a:r>
            <a:endParaRPr lang="ru-RU" dirty="0"/>
          </a:p>
        </p:txBody>
      </p:sp>
      <p:sp>
        <p:nvSpPr>
          <p:cNvPr id="8" name="Text Placeholder 33"/>
          <p:cNvSpPr>
            <a:spLocks noGrp="1"/>
          </p:cNvSpPr>
          <p:nvPr>
            <p:ph type="body" sz="quarter" idx="17" hasCustomPrompt="1"/>
          </p:nvPr>
        </p:nvSpPr>
        <p:spPr>
          <a:xfrm>
            <a:off x="840105" y="5151431"/>
            <a:ext cx="3855720" cy="968376"/>
          </a:xfrm>
        </p:spPr>
        <p:txBody>
          <a:bodyPr>
            <a:noAutofit/>
          </a:bodyPr>
          <a:lstStyle>
            <a:lvl1pPr marL="0" indent="0">
              <a:buNone/>
              <a:defRPr sz="1200">
                <a:solidFill>
                  <a:schemeClr val="tx1"/>
                </a:solidFill>
              </a:defRPr>
            </a:lvl1pPr>
          </a:lstStyle>
          <a:p>
            <a:pPr lvl="0"/>
            <a:r>
              <a:rPr lang="en-US" dirty="0"/>
              <a:t>Lorem ipsum dolor sit amet, consectetur adipiscing elit, sed do eiusmod tempor incididunt ut labore et dolore magna aliqua. Ut enim ad minim veniam, quis nostrud exercitation ullamco laboris nisi ut aliquip ex ea commodo consequat. </a:t>
            </a:r>
          </a:p>
        </p:txBody>
      </p:sp>
      <p:sp>
        <p:nvSpPr>
          <p:cNvPr id="9" name="Text Placeholder 36"/>
          <p:cNvSpPr>
            <a:spLocks noGrp="1"/>
          </p:cNvSpPr>
          <p:nvPr>
            <p:ph type="body" sz="quarter" idx="18" hasCustomPrompt="1"/>
          </p:nvPr>
        </p:nvSpPr>
        <p:spPr>
          <a:xfrm>
            <a:off x="840104" y="4610093"/>
            <a:ext cx="2531747" cy="541338"/>
          </a:xfrm>
        </p:spPr>
        <p:txBody>
          <a:bodyPr>
            <a:noAutofit/>
          </a:bodyPr>
          <a:lstStyle>
            <a:lvl1pPr marL="0" indent="0" algn="l">
              <a:buNone/>
              <a:defRPr kumimoji="0" lang="en-US" sz="24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03</a:t>
            </a:r>
            <a:endParaRPr lang="ru-RU" dirty="0"/>
          </a:p>
        </p:txBody>
      </p:sp>
    </p:spTree>
    <p:extLst>
      <p:ext uri="{BB962C8B-B14F-4D97-AF65-F5344CB8AC3E}">
        <p14:creationId xmlns:p14="http://schemas.microsoft.com/office/powerpoint/2010/main" val="8979085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04 options">
    <p:spTree>
      <p:nvGrpSpPr>
        <p:cNvPr id="1" name=""/>
        <p:cNvGrpSpPr/>
        <p:nvPr/>
      </p:nvGrpSpPr>
      <p:grpSpPr>
        <a:xfrm>
          <a:off x="0" y="0"/>
          <a:ext cx="0" cy="0"/>
          <a:chOff x="0" y="0"/>
          <a:chExt cx="0" cy="0"/>
        </a:xfrm>
      </p:grpSpPr>
      <p:sp>
        <p:nvSpPr>
          <p:cNvPr id="34" name="Text Placeholder 33"/>
          <p:cNvSpPr>
            <a:spLocks noGrp="1"/>
          </p:cNvSpPr>
          <p:nvPr>
            <p:ph type="body" sz="quarter" idx="11" hasCustomPrompt="1"/>
          </p:nvPr>
        </p:nvSpPr>
        <p:spPr>
          <a:xfrm>
            <a:off x="1106805" y="1274759"/>
            <a:ext cx="2531746" cy="858842"/>
          </a:xfrm>
        </p:spPr>
        <p:txBody>
          <a:bodyPr>
            <a:noAutofit/>
          </a:bodyPr>
          <a:lstStyle>
            <a:lvl1pPr marL="0" indent="0">
              <a:buNone/>
              <a:defRPr sz="1200">
                <a:solidFill>
                  <a:schemeClr val="tx1"/>
                </a:solidFill>
              </a:defRPr>
            </a:lvl1pPr>
          </a:lstStyle>
          <a:p>
            <a:pPr lvl="0"/>
            <a:r>
              <a:rPr lang="en-US" dirty="0"/>
              <a:t>Lorem ipsum dolor sit amet, consectetur adipiscing elit, sed do eiusmod tempor incididunt ut labore et dolore magna aliqua. </a:t>
            </a:r>
          </a:p>
        </p:txBody>
      </p:sp>
      <p:sp>
        <p:nvSpPr>
          <p:cNvPr id="37" name="Text Placeholder 36"/>
          <p:cNvSpPr>
            <a:spLocks noGrp="1"/>
          </p:cNvSpPr>
          <p:nvPr>
            <p:ph type="body" sz="quarter" idx="12" hasCustomPrompt="1"/>
          </p:nvPr>
        </p:nvSpPr>
        <p:spPr>
          <a:xfrm>
            <a:off x="8905875" y="733421"/>
            <a:ext cx="2489516" cy="541338"/>
          </a:xfrm>
        </p:spPr>
        <p:txBody>
          <a:bodyPr>
            <a:noAutofit/>
          </a:bodyPr>
          <a:lstStyle>
            <a:lvl1pPr marL="0" indent="0" algn="r">
              <a:buNone/>
              <a:defRPr kumimoji="0" lang="en-US" sz="24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a:t>
            </a:r>
            <a:r>
              <a:rPr lang="ru-RU" dirty="0"/>
              <a:t>3</a:t>
            </a:r>
          </a:p>
        </p:txBody>
      </p:sp>
      <p:sp>
        <p:nvSpPr>
          <p:cNvPr id="44" name="Text Placeholder 33"/>
          <p:cNvSpPr>
            <a:spLocks noGrp="1"/>
          </p:cNvSpPr>
          <p:nvPr>
            <p:ph type="body" sz="quarter" idx="13" hasCustomPrompt="1"/>
          </p:nvPr>
        </p:nvSpPr>
        <p:spPr>
          <a:xfrm>
            <a:off x="8791575" y="1287459"/>
            <a:ext cx="2603816" cy="793752"/>
          </a:xfrm>
        </p:spPr>
        <p:txBody>
          <a:bodyPr>
            <a:noAutofit/>
          </a:bodyPr>
          <a:lstStyle>
            <a:lvl1pPr marL="0" indent="0" algn="r">
              <a:buNone/>
              <a:defRPr sz="1200">
                <a:solidFill>
                  <a:schemeClr val="tx1"/>
                </a:solidFill>
              </a:defRPr>
            </a:lvl1pPr>
          </a:lstStyle>
          <a:p>
            <a:pPr lvl="0"/>
            <a:r>
              <a:rPr lang="en-US" dirty="0"/>
              <a:t>Lorem ipsum dolor sit amet, consectetur adipiscing elit, sed do eiusmod tempor incididunt ut labore et dolore magna aliqua. </a:t>
            </a:r>
          </a:p>
        </p:txBody>
      </p:sp>
      <p:sp>
        <p:nvSpPr>
          <p:cNvPr id="45" name="Text Placeholder 36"/>
          <p:cNvSpPr>
            <a:spLocks noGrp="1"/>
          </p:cNvSpPr>
          <p:nvPr>
            <p:ph type="body" sz="quarter" idx="14" hasCustomPrompt="1"/>
          </p:nvPr>
        </p:nvSpPr>
        <p:spPr>
          <a:xfrm>
            <a:off x="1106804" y="733421"/>
            <a:ext cx="2531747" cy="541338"/>
          </a:xfrm>
        </p:spPr>
        <p:txBody>
          <a:bodyPr>
            <a:noAutofit/>
          </a:bodyPr>
          <a:lstStyle>
            <a:lvl1pPr marL="0" indent="0" algn="l">
              <a:buNone/>
              <a:defRPr kumimoji="0" lang="en-US" sz="24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ru-RU" dirty="0"/>
              <a:t>2</a:t>
            </a:r>
          </a:p>
        </p:txBody>
      </p:sp>
      <p:sp>
        <p:nvSpPr>
          <p:cNvPr id="10" name="Text Placeholder 33"/>
          <p:cNvSpPr>
            <a:spLocks noGrp="1"/>
          </p:cNvSpPr>
          <p:nvPr>
            <p:ph type="body" sz="quarter" idx="15" hasCustomPrompt="1"/>
          </p:nvPr>
        </p:nvSpPr>
        <p:spPr>
          <a:xfrm>
            <a:off x="1106805" y="5246684"/>
            <a:ext cx="2531746" cy="858842"/>
          </a:xfrm>
        </p:spPr>
        <p:txBody>
          <a:bodyPr>
            <a:noAutofit/>
          </a:bodyPr>
          <a:lstStyle>
            <a:lvl1pPr marL="0" indent="0">
              <a:buNone/>
              <a:defRPr sz="1200">
                <a:solidFill>
                  <a:schemeClr val="tx1"/>
                </a:solidFill>
              </a:defRPr>
            </a:lvl1pPr>
          </a:lstStyle>
          <a:p>
            <a:pPr lvl="0"/>
            <a:r>
              <a:rPr lang="en-US" dirty="0"/>
              <a:t>Lorem ipsum dolor sit amet, consectetur adipiscing elit, sed do eiusmod tempor incididunt ut labore et dolore magna aliqua. </a:t>
            </a:r>
          </a:p>
        </p:txBody>
      </p:sp>
      <p:sp>
        <p:nvSpPr>
          <p:cNvPr id="11" name="Text Placeholder 36"/>
          <p:cNvSpPr>
            <a:spLocks noGrp="1"/>
          </p:cNvSpPr>
          <p:nvPr>
            <p:ph type="body" sz="quarter" idx="16" hasCustomPrompt="1"/>
          </p:nvPr>
        </p:nvSpPr>
        <p:spPr>
          <a:xfrm>
            <a:off x="1106804" y="4705346"/>
            <a:ext cx="2531747" cy="541338"/>
          </a:xfrm>
        </p:spPr>
        <p:txBody>
          <a:bodyPr>
            <a:noAutofit/>
          </a:bodyPr>
          <a:lstStyle>
            <a:lvl1pPr marL="0" indent="0" algn="l">
              <a:buNone/>
              <a:defRPr kumimoji="0" lang="en-US" sz="24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ru-RU" dirty="0"/>
              <a:t>1</a:t>
            </a:r>
          </a:p>
        </p:txBody>
      </p:sp>
      <p:sp>
        <p:nvSpPr>
          <p:cNvPr id="12" name="Text Placeholder 36"/>
          <p:cNvSpPr>
            <a:spLocks noGrp="1"/>
          </p:cNvSpPr>
          <p:nvPr>
            <p:ph type="body" sz="quarter" idx="17" hasCustomPrompt="1"/>
          </p:nvPr>
        </p:nvSpPr>
        <p:spPr>
          <a:xfrm>
            <a:off x="8905875" y="4705346"/>
            <a:ext cx="2489516" cy="541338"/>
          </a:xfrm>
        </p:spPr>
        <p:txBody>
          <a:bodyPr>
            <a:noAutofit/>
          </a:bodyPr>
          <a:lstStyle>
            <a:lvl1pPr marL="0" indent="0" algn="r">
              <a:buNone/>
              <a:defRPr kumimoji="0" lang="en-US" sz="24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ru-RU" dirty="0"/>
              <a:t>4</a:t>
            </a:r>
          </a:p>
        </p:txBody>
      </p:sp>
      <p:sp>
        <p:nvSpPr>
          <p:cNvPr id="13" name="Text Placeholder 33"/>
          <p:cNvSpPr>
            <a:spLocks noGrp="1"/>
          </p:cNvSpPr>
          <p:nvPr>
            <p:ph type="body" sz="quarter" idx="18" hasCustomPrompt="1"/>
          </p:nvPr>
        </p:nvSpPr>
        <p:spPr>
          <a:xfrm>
            <a:off x="8791575" y="5259384"/>
            <a:ext cx="2603816" cy="793752"/>
          </a:xfrm>
        </p:spPr>
        <p:txBody>
          <a:bodyPr>
            <a:noAutofit/>
          </a:bodyPr>
          <a:lstStyle>
            <a:lvl1pPr marL="0" indent="0" algn="r">
              <a:buNone/>
              <a:defRPr sz="1200">
                <a:solidFill>
                  <a:schemeClr val="tx1"/>
                </a:solidFill>
              </a:defRPr>
            </a:lvl1pPr>
          </a:lstStyle>
          <a:p>
            <a:pPr lvl="0"/>
            <a:r>
              <a:rPr lang="en-US" dirty="0"/>
              <a:t>Lorem ipsum dolor sit amet, consectetur adipiscing elit, sed do eiusmod tempor incididunt ut labore et dolore magna aliqua. </a:t>
            </a:r>
          </a:p>
        </p:txBody>
      </p:sp>
    </p:spTree>
    <p:extLst>
      <p:ext uri="{BB962C8B-B14F-4D97-AF65-F5344CB8AC3E}">
        <p14:creationId xmlns:p14="http://schemas.microsoft.com/office/powerpoint/2010/main" val="3680581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05 options">
    <p:spTree>
      <p:nvGrpSpPr>
        <p:cNvPr id="1" name=""/>
        <p:cNvGrpSpPr/>
        <p:nvPr/>
      </p:nvGrpSpPr>
      <p:grpSpPr>
        <a:xfrm>
          <a:off x="0" y="0"/>
          <a:ext cx="0" cy="0"/>
          <a:chOff x="0" y="0"/>
          <a:chExt cx="0" cy="0"/>
        </a:xfrm>
      </p:grpSpPr>
      <p:pic>
        <p:nvPicPr>
          <p:cNvPr id="2" name="Picture 1" hidden="1"/>
          <p:cNvPicPr>
            <a:picLocks noChangeAspect="1"/>
          </p:cNvPicPr>
          <p:nvPr userDrawn="1"/>
        </p:nvPicPr>
        <p:blipFill>
          <a:blip r:embed="rId2"/>
          <a:stretch>
            <a:fillRect/>
          </a:stretch>
        </p:blipFill>
        <p:spPr>
          <a:xfrm>
            <a:off x="3018" y="2412"/>
            <a:ext cx="12188982" cy="6859156"/>
          </a:xfrm>
          <a:prstGeom prst="rect">
            <a:avLst/>
          </a:prstGeom>
        </p:spPr>
      </p:pic>
      <p:sp>
        <p:nvSpPr>
          <p:cNvPr id="10" name="Text Placeholder 33"/>
          <p:cNvSpPr>
            <a:spLocks noGrp="1"/>
          </p:cNvSpPr>
          <p:nvPr>
            <p:ph type="body" sz="quarter" idx="15" hasCustomPrompt="1"/>
          </p:nvPr>
        </p:nvSpPr>
        <p:spPr>
          <a:xfrm>
            <a:off x="1106803" y="5418134"/>
            <a:ext cx="2074545" cy="858842"/>
          </a:xfrm>
        </p:spPr>
        <p:txBody>
          <a:bodyPr>
            <a:noAutofit/>
          </a:bodyPr>
          <a:lstStyle>
            <a:lvl1pPr marL="0" indent="0">
              <a:buNone/>
              <a:defRPr sz="1200">
                <a:solidFill>
                  <a:schemeClr val="tx1"/>
                </a:solidFill>
              </a:defRPr>
            </a:lvl1pPr>
          </a:lstStyle>
          <a:p>
            <a:pPr lvl="0"/>
            <a:r>
              <a:rPr lang="en-US" dirty="0"/>
              <a:t>Lorem ipsum dolor sit amet, consectetur adipiscing elit, sed do eiusmod tempor</a:t>
            </a:r>
          </a:p>
        </p:txBody>
      </p:sp>
      <p:sp>
        <p:nvSpPr>
          <p:cNvPr id="11" name="Text Placeholder 36"/>
          <p:cNvSpPr>
            <a:spLocks noGrp="1"/>
          </p:cNvSpPr>
          <p:nvPr>
            <p:ph type="body" sz="quarter" idx="16" hasCustomPrompt="1"/>
          </p:nvPr>
        </p:nvSpPr>
        <p:spPr>
          <a:xfrm>
            <a:off x="1106803" y="5035548"/>
            <a:ext cx="2226947" cy="541338"/>
          </a:xfrm>
        </p:spPr>
        <p:txBody>
          <a:bodyPr>
            <a:noAutofit/>
          </a:bodyPr>
          <a:lstStyle>
            <a:lvl1pPr marL="0" indent="0" algn="l">
              <a:buNone/>
              <a:defRPr kumimoji="0" lang="en-US" sz="20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ru-RU" dirty="0"/>
              <a:t>1</a:t>
            </a:r>
          </a:p>
        </p:txBody>
      </p:sp>
      <p:sp>
        <p:nvSpPr>
          <p:cNvPr id="14" name="Text Placeholder 33"/>
          <p:cNvSpPr>
            <a:spLocks noGrp="1"/>
          </p:cNvSpPr>
          <p:nvPr>
            <p:ph type="body" sz="quarter" idx="19" hasCustomPrompt="1"/>
          </p:nvPr>
        </p:nvSpPr>
        <p:spPr>
          <a:xfrm>
            <a:off x="1011553" y="3433362"/>
            <a:ext cx="2074545" cy="858842"/>
          </a:xfrm>
        </p:spPr>
        <p:txBody>
          <a:bodyPr>
            <a:noAutofit/>
          </a:bodyPr>
          <a:lstStyle>
            <a:lvl1pPr marL="0" indent="0">
              <a:buNone/>
              <a:defRPr sz="1200">
                <a:solidFill>
                  <a:schemeClr val="tx1"/>
                </a:solidFill>
              </a:defRPr>
            </a:lvl1pPr>
          </a:lstStyle>
          <a:p>
            <a:pPr lvl="0"/>
            <a:r>
              <a:rPr lang="en-US" dirty="0"/>
              <a:t>Lorem ipsum dolor sit amet, consectetur adipiscing elit, sed do eiusmod tempor</a:t>
            </a:r>
          </a:p>
        </p:txBody>
      </p:sp>
      <p:sp>
        <p:nvSpPr>
          <p:cNvPr id="15" name="Text Placeholder 36"/>
          <p:cNvSpPr>
            <a:spLocks noGrp="1"/>
          </p:cNvSpPr>
          <p:nvPr>
            <p:ph type="body" sz="quarter" idx="20" hasCustomPrompt="1"/>
          </p:nvPr>
        </p:nvSpPr>
        <p:spPr>
          <a:xfrm>
            <a:off x="1011553" y="3050776"/>
            <a:ext cx="2322197" cy="541338"/>
          </a:xfrm>
        </p:spPr>
        <p:txBody>
          <a:bodyPr>
            <a:noAutofit/>
          </a:bodyPr>
          <a:lstStyle>
            <a:lvl1pPr marL="0" indent="0" algn="l">
              <a:buNone/>
              <a:defRPr kumimoji="0" lang="en-US" sz="20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ru-RU" dirty="0"/>
              <a:t>2</a:t>
            </a:r>
          </a:p>
        </p:txBody>
      </p:sp>
      <p:sp>
        <p:nvSpPr>
          <p:cNvPr id="18" name="Text Placeholder 33"/>
          <p:cNvSpPr>
            <a:spLocks noGrp="1"/>
          </p:cNvSpPr>
          <p:nvPr>
            <p:ph type="body" sz="quarter" idx="21" hasCustomPrompt="1"/>
          </p:nvPr>
        </p:nvSpPr>
        <p:spPr>
          <a:xfrm>
            <a:off x="1478278" y="1405336"/>
            <a:ext cx="2074545" cy="858842"/>
          </a:xfrm>
        </p:spPr>
        <p:txBody>
          <a:bodyPr>
            <a:noAutofit/>
          </a:bodyPr>
          <a:lstStyle>
            <a:lvl1pPr marL="0" indent="0">
              <a:buNone/>
              <a:defRPr sz="1200">
                <a:solidFill>
                  <a:schemeClr val="tx1"/>
                </a:solidFill>
              </a:defRPr>
            </a:lvl1pPr>
          </a:lstStyle>
          <a:p>
            <a:pPr lvl="0"/>
            <a:r>
              <a:rPr lang="en-US" dirty="0"/>
              <a:t>Lorem ipsum dolor sit amet, consectetur adipiscing elit, sed do eiusmod tempor</a:t>
            </a:r>
          </a:p>
        </p:txBody>
      </p:sp>
      <p:sp>
        <p:nvSpPr>
          <p:cNvPr id="19" name="Text Placeholder 36"/>
          <p:cNvSpPr>
            <a:spLocks noGrp="1"/>
          </p:cNvSpPr>
          <p:nvPr>
            <p:ph type="body" sz="quarter" idx="22" hasCustomPrompt="1"/>
          </p:nvPr>
        </p:nvSpPr>
        <p:spPr>
          <a:xfrm>
            <a:off x="1478278" y="1022750"/>
            <a:ext cx="2322197" cy="541338"/>
          </a:xfrm>
        </p:spPr>
        <p:txBody>
          <a:bodyPr>
            <a:noAutofit/>
          </a:bodyPr>
          <a:lstStyle>
            <a:lvl1pPr marL="0" indent="0" algn="l">
              <a:buNone/>
              <a:defRPr kumimoji="0" lang="en-US" sz="20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ru-RU" dirty="0"/>
              <a:t>3</a:t>
            </a:r>
          </a:p>
        </p:txBody>
      </p:sp>
      <p:sp>
        <p:nvSpPr>
          <p:cNvPr id="20" name="Text Placeholder 36"/>
          <p:cNvSpPr>
            <a:spLocks noGrp="1"/>
          </p:cNvSpPr>
          <p:nvPr>
            <p:ph type="body" sz="quarter" idx="23" hasCustomPrompt="1"/>
          </p:nvPr>
        </p:nvSpPr>
        <p:spPr>
          <a:xfrm>
            <a:off x="9258299" y="3112687"/>
            <a:ext cx="1889441" cy="541338"/>
          </a:xfrm>
        </p:spPr>
        <p:txBody>
          <a:bodyPr>
            <a:noAutofit/>
          </a:bodyPr>
          <a:lstStyle>
            <a:lvl1pPr marL="0" indent="0" algn="r">
              <a:buNone/>
              <a:defRPr kumimoji="0" lang="en-US" sz="20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ru-RU" dirty="0"/>
              <a:t>5</a:t>
            </a:r>
          </a:p>
        </p:txBody>
      </p:sp>
      <p:sp>
        <p:nvSpPr>
          <p:cNvPr id="21" name="Text Placeholder 33"/>
          <p:cNvSpPr>
            <a:spLocks noGrp="1"/>
          </p:cNvSpPr>
          <p:nvPr>
            <p:ph type="body" sz="quarter" idx="24" hasCustomPrompt="1"/>
          </p:nvPr>
        </p:nvSpPr>
        <p:spPr>
          <a:xfrm>
            <a:off x="9382125" y="3507973"/>
            <a:ext cx="1765616" cy="793752"/>
          </a:xfrm>
        </p:spPr>
        <p:txBody>
          <a:bodyPr>
            <a:noAutofit/>
          </a:bodyPr>
          <a:lstStyle>
            <a:lvl1pPr marL="0" indent="0" algn="r">
              <a:buNone/>
              <a:defRPr sz="1200">
                <a:solidFill>
                  <a:schemeClr val="tx1"/>
                </a:solidFill>
              </a:defRPr>
            </a:lvl1pPr>
          </a:lstStyle>
          <a:p>
            <a:pPr lvl="0"/>
            <a:r>
              <a:rPr lang="en-US" dirty="0"/>
              <a:t>Lorem ipsum dolor sit amet, consectetur adipiscing elit, sed do eiusmod</a:t>
            </a:r>
          </a:p>
        </p:txBody>
      </p:sp>
      <p:sp>
        <p:nvSpPr>
          <p:cNvPr id="22" name="Text Placeholder 36"/>
          <p:cNvSpPr>
            <a:spLocks noGrp="1"/>
          </p:cNvSpPr>
          <p:nvPr>
            <p:ph type="body" sz="quarter" idx="25" hasCustomPrompt="1"/>
          </p:nvPr>
        </p:nvSpPr>
        <p:spPr>
          <a:xfrm>
            <a:off x="8848724" y="1022750"/>
            <a:ext cx="1889441" cy="541338"/>
          </a:xfrm>
        </p:spPr>
        <p:txBody>
          <a:bodyPr>
            <a:noAutofit/>
          </a:bodyPr>
          <a:lstStyle>
            <a:lvl1pPr marL="0" indent="0" algn="r">
              <a:buNone/>
              <a:defRPr kumimoji="0" lang="en-US" sz="20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ru-RU" dirty="0"/>
              <a:t>4</a:t>
            </a:r>
          </a:p>
        </p:txBody>
      </p:sp>
      <p:sp>
        <p:nvSpPr>
          <p:cNvPr id="23" name="Text Placeholder 33"/>
          <p:cNvSpPr>
            <a:spLocks noGrp="1"/>
          </p:cNvSpPr>
          <p:nvPr>
            <p:ph type="body" sz="quarter" idx="26" hasCustomPrompt="1"/>
          </p:nvPr>
        </p:nvSpPr>
        <p:spPr>
          <a:xfrm>
            <a:off x="8972550" y="1418036"/>
            <a:ext cx="1765616" cy="793752"/>
          </a:xfrm>
        </p:spPr>
        <p:txBody>
          <a:bodyPr>
            <a:noAutofit/>
          </a:bodyPr>
          <a:lstStyle>
            <a:lvl1pPr marL="0" indent="0" algn="r">
              <a:buNone/>
              <a:defRPr sz="1200">
                <a:solidFill>
                  <a:schemeClr val="tx1"/>
                </a:solidFill>
              </a:defRPr>
            </a:lvl1pPr>
          </a:lstStyle>
          <a:p>
            <a:pPr lvl="0"/>
            <a:r>
              <a:rPr lang="en-US" dirty="0"/>
              <a:t>Lorem ipsum dolor sit amet, consectetur adipiscing elit, sed do eiusmod</a:t>
            </a:r>
          </a:p>
        </p:txBody>
      </p:sp>
    </p:spTree>
    <p:extLst>
      <p:ext uri="{BB962C8B-B14F-4D97-AF65-F5344CB8AC3E}">
        <p14:creationId xmlns:p14="http://schemas.microsoft.com/office/powerpoint/2010/main" val="15124935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06 options">
    <p:spTree>
      <p:nvGrpSpPr>
        <p:cNvPr id="1" name=""/>
        <p:cNvGrpSpPr/>
        <p:nvPr/>
      </p:nvGrpSpPr>
      <p:grpSpPr>
        <a:xfrm>
          <a:off x="0" y="0"/>
          <a:ext cx="0" cy="0"/>
          <a:chOff x="0" y="0"/>
          <a:chExt cx="0" cy="0"/>
        </a:xfrm>
      </p:grpSpPr>
      <p:pic>
        <p:nvPicPr>
          <p:cNvPr id="2" name="Picture 1" hidden="1"/>
          <p:cNvPicPr>
            <a:picLocks noChangeAspect="1"/>
          </p:cNvPicPr>
          <p:nvPr userDrawn="1"/>
        </p:nvPicPr>
        <p:blipFill>
          <a:blip r:embed="rId2"/>
          <a:stretch>
            <a:fillRect/>
          </a:stretch>
        </p:blipFill>
        <p:spPr>
          <a:xfrm>
            <a:off x="3018" y="2412"/>
            <a:ext cx="12188982" cy="6859156"/>
          </a:xfrm>
          <a:prstGeom prst="rect">
            <a:avLst/>
          </a:prstGeom>
        </p:spPr>
      </p:pic>
      <p:sp>
        <p:nvSpPr>
          <p:cNvPr id="10" name="Text Placeholder 33"/>
          <p:cNvSpPr>
            <a:spLocks noGrp="1"/>
          </p:cNvSpPr>
          <p:nvPr>
            <p:ph type="body" sz="quarter" idx="15" hasCustomPrompt="1"/>
          </p:nvPr>
        </p:nvSpPr>
        <p:spPr>
          <a:xfrm>
            <a:off x="1478278" y="5418134"/>
            <a:ext cx="2074545" cy="858842"/>
          </a:xfrm>
        </p:spPr>
        <p:txBody>
          <a:bodyPr>
            <a:noAutofit/>
          </a:bodyPr>
          <a:lstStyle>
            <a:lvl1pPr marL="0" indent="0">
              <a:buNone/>
              <a:defRPr sz="1200">
                <a:solidFill>
                  <a:schemeClr val="tx1"/>
                </a:solidFill>
              </a:defRPr>
            </a:lvl1pPr>
          </a:lstStyle>
          <a:p>
            <a:pPr lvl="0"/>
            <a:r>
              <a:rPr lang="en-US" dirty="0"/>
              <a:t>Lorem ipsum dolor sit amet, consectetur adipiscing elit, sed do eiusmod tempor</a:t>
            </a:r>
          </a:p>
        </p:txBody>
      </p:sp>
      <p:sp>
        <p:nvSpPr>
          <p:cNvPr id="11" name="Text Placeholder 36"/>
          <p:cNvSpPr>
            <a:spLocks noGrp="1"/>
          </p:cNvSpPr>
          <p:nvPr>
            <p:ph type="body" sz="quarter" idx="16" hasCustomPrompt="1"/>
          </p:nvPr>
        </p:nvSpPr>
        <p:spPr>
          <a:xfrm>
            <a:off x="1478278" y="5035548"/>
            <a:ext cx="2226947" cy="541338"/>
          </a:xfrm>
        </p:spPr>
        <p:txBody>
          <a:bodyPr>
            <a:noAutofit/>
          </a:bodyPr>
          <a:lstStyle>
            <a:lvl1pPr marL="0" indent="0" algn="l">
              <a:buNone/>
              <a:defRPr kumimoji="0" lang="en-US" sz="20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03</a:t>
            </a:r>
            <a:endParaRPr lang="ru-RU" dirty="0"/>
          </a:p>
        </p:txBody>
      </p:sp>
      <p:sp>
        <p:nvSpPr>
          <p:cNvPr id="14" name="Text Placeholder 33"/>
          <p:cNvSpPr>
            <a:spLocks noGrp="1"/>
          </p:cNvSpPr>
          <p:nvPr>
            <p:ph type="body" sz="quarter" idx="19" hasCustomPrompt="1"/>
          </p:nvPr>
        </p:nvSpPr>
        <p:spPr>
          <a:xfrm>
            <a:off x="1011553" y="3433362"/>
            <a:ext cx="2074545" cy="858842"/>
          </a:xfrm>
        </p:spPr>
        <p:txBody>
          <a:bodyPr>
            <a:noAutofit/>
          </a:bodyPr>
          <a:lstStyle>
            <a:lvl1pPr marL="0" indent="0">
              <a:buNone/>
              <a:defRPr sz="1200">
                <a:solidFill>
                  <a:schemeClr val="tx1"/>
                </a:solidFill>
              </a:defRPr>
            </a:lvl1pPr>
          </a:lstStyle>
          <a:p>
            <a:pPr lvl="0"/>
            <a:r>
              <a:rPr lang="en-US" dirty="0"/>
              <a:t>Lorem ipsum dolor sit amet, consectetur adipiscing elit, sed do eiusmod tempor</a:t>
            </a:r>
          </a:p>
        </p:txBody>
      </p:sp>
      <p:sp>
        <p:nvSpPr>
          <p:cNvPr id="15" name="Text Placeholder 36"/>
          <p:cNvSpPr>
            <a:spLocks noGrp="1"/>
          </p:cNvSpPr>
          <p:nvPr>
            <p:ph type="body" sz="quarter" idx="20" hasCustomPrompt="1"/>
          </p:nvPr>
        </p:nvSpPr>
        <p:spPr>
          <a:xfrm>
            <a:off x="1011553" y="3050776"/>
            <a:ext cx="2322197" cy="541338"/>
          </a:xfrm>
        </p:spPr>
        <p:txBody>
          <a:bodyPr>
            <a:noAutofit/>
          </a:bodyPr>
          <a:lstStyle>
            <a:lvl1pPr marL="0" indent="0" algn="l">
              <a:buNone/>
              <a:defRPr kumimoji="0" lang="en-US" sz="20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ru-RU" dirty="0"/>
              <a:t>2</a:t>
            </a:r>
          </a:p>
        </p:txBody>
      </p:sp>
      <p:sp>
        <p:nvSpPr>
          <p:cNvPr id="18" name="Text Placeholder 33"/>
          <p:cNvSpPr>
            <a:spLocks noGrp="1"/>
          </p:cNvSpPr>
          <p:nvPr>
            <p:ph type="body" sz="quarter" idx="21" hasCustomPrompt="1"/>
          </p:nvPr>
        </p:nvSpPr>
        <p:spPr>
          <a:xfrm>
            <a:off x="1478278" y="1405336"/>
            <a:ext cx="2074545" cy="858842"/>
          </a:xfrm>
        </p:spPr>
        <p:txBody>
          <a:bodyPr>
            <a:noAutofit/>
          </a:bodyPr>
          <a:lstStyle>
            <a:lvl1pPr marL="0" indent="0">
              <a:buNone/>
              <a:defRPr sz="1200">
                <a:solidFill>
                  <a:schemeClr val="tx1"/>
                </a:solidFill>
              </a:defRPr>
            </a:lvl1pPr>
          </a:lstStyle>
          <a:p>
            <a:pPr lvl="0"/>
            <a:r>
              <a:rPr lang="en-US" dirty="0"/>
              <a:t>Lorem ipsum dolor sit amet, consectetur adipiscing elit, sed do eiusmod tempor</a:t>
            </a:r>
          </a:p>
        </p:txBody>
      </p:sp>
      <p:sp>
        <p:nvSpPr>
          <p:cNvPr id="19" name="Text Placeholder 36"/>
          <p:cNvSpPr>
            <a:spLocks noGrp="1"/>
          </p:cNvSpPr>
          <p:nvPr>
            <p:ph type="body" sz="quarter" idx="22" hasCustomPrompt="1"/>
          </p:nvPr>
        </p:nvSpPr>
        <p:spPr>
          <a:xfrm>
            <a:off x="1478278" y="1022750"/>
            <a:ext cx="2322197" cy="541338"/>
          </a:xfrm>
        </p:spPr>
        <p:txBody>
          <a:bodyPr>
            <a:noAutofit/>
          </a:bodyPr>
          <a:lstStyle>
            <a:lvl1pPr marL="0" indent="0" algn="l">
              <a:buNone/>
              <a:defRPr kumimoji="0" lang="en-US" sz="20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01</a:t>
            </a:r>
            <a:endParaRPr lang="ru-RU" dirty="0"/>
          </a:p>
        </p:txBody>
      </p:sp>
      <p:sp>
        <p:nvSpPr>
          <p:cNvPr id="20" name="Text Placeholder 36"/>
          <p:cNvSpPr>
            <a:spLocks noGrp="1"/>
          </p:cNvSpPr>
          <p:nvPr>
            <p:ph type="body" sz="quarter" idx="23" hasCustomPrompt="1"/>
          </p:nvPr>
        </p:nvSpPr>
        <p:spPr>
          <a:xfrm>
            <a:off x="9258299" y="3112687"/>
            <a:ext cx="1889441" cy="541338"/>
          </a:xfrm>
        </p:spPr>
        <p:txBody>
          <a:bodyPr>
            <a:noAutofit/>
          </a:bodyPr>
          <a:lstStyle>
            <a:lvl1pPr marL="0" indent="0" algn="r">
              <a:buNone/>
              <a:defRPr kumimoji="0" lang="en-US" sz="20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ru-RU" dirty="0"/>
              <a:t>5</a:t>
            </a:r>
          </a:p>
        </p:txBody>
      </p:sp>
      <p:sp>
        <p:nvSpPr>
          <p:cNvPr id="21" name="Text Placeholder 33"/>
          <p:cNvSpPr>
            <a:spLocks noGrp="1"/>
          </p:cNvSpPr>
          <p:nvPr>
            <p:ph type="body" sz="quarter" idx="24" hasCustomPrompt="1"/>
          </p:nvPr>
        </p:nvSpPr>
        <p:spPr>
          <a:xfrm>
            <a:off x="9382125" y="3507973"/>
            <a:ext cx="1765616" cy="793752"/>
          </a:xfrm>
        </p:spPr>
        <p:txBody>
          <a:bodyPr>
            <a:noAutofit/>
          </a:bodyPr>
          <a:lstStyle>
            <a:lvl1pPr marL="0" indent="0" algn="r">
              <a:buNone/>
              <a:defRPr sz="1200">
                <a:solidFill>
                  <a:schemeClr val="tx1"/>
                </a:solidFill>
              </a:defRPr>
            </a:lvl1pPr>
          </a:lstStyle>
          <a:p>
            <a:pPr lvl="0"/>
            <a:r>
              <a:rPr lang="en-US" dirty="0"/>
              <a:t>Lorem ipsum dolor sit amet, consectetur adipiscing elit, sed do eiusmod</a:t>
            </a:r>
          </a:p>
        </p:txBody>
      </p:sp>
      <p:sp>
        <p:nvSpPr>
          <p:cNvPr id="22" name="Text Placeholder 36"/>
          <p:cNvSpPr>
            <a:spLocks noGrp="1"/>
          </p:cNvSpPr>
          <p:nvPr>
            <p:ph type="body" sz="quarter" idx="25" hasCustomPrompt="1"/>
          </p:nvPr>
        </p:nvSpPr>
        <p:spPr>
          <a:xfrm>
            <a:off x="8848724" y="1022750"/>
            <a:ext cx="1889441" cy="541338"/>
          </a:xfrm>
        </p:spPr>
        <p:txBody>
          <a:bodyPr>
            <a:noAutofit/>
          </a:bodyPr>
          <a:lstStyle>
            <a:lvl1pPr marL="0" indent="0" algn="r">
              <a:buNone/>
              <a:defRPr kumimoji="0" lang="en-US" sz="20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ru-RU" dirty="0"/>
              <a:t>4</a:t>
            </a:r>
          </a:p>
        </p:txBody>
      </p:sp>
      <p:sp>
        <p:nvSpPr>
          <p:cNvPr id="23" name="Text Placeholder 33"/>
          <p:cNvSpPr>
            <a:spLocks noGrp="1"/>
          </p:cNvSpPr>
          <p:nvPr>
            <p:ph type="body" sz="quarter" idx="26" hasCustomPrompt="1"/>
          </p:nvPr>
        </p:nvSpPr>
        <p:spPr>
          <a:xfrm>
            <a:off x="8972550" y="1418036"/>
            <a:ext cx="1765616" cy="793752"/>
          </a:xfrm>
        </p:spPr>
        <p:txBody>
          <a:bodyPr>
            <a:noAutofit/>
          </a:bodyPr>
          <a:lstStyle>
            <a:lvl1pPr marL="0" indent="0" algn="r">
              <a:buNone/>
              <a:defRPr sz="1200">
                <a:solidFill>
                  <a:schemeClr val="tx1"/>
                </a:solidFill>
              </a:defRPr>
            </a:lvl1pPr>
          </a:lstStyle>
          <a:p>
            <a:pPr lvl="0"/>
            <a:r>
              <a:rPr lang="en-US" dirty="0"/>
              <a:t>Lorem ipsum dolor sit amet, consectetur adipiscing elit, sed do eiusmod</a:t>
            </a:r>
          </a:p>
        </p:txBody>
      </p:sp>
      <p:sp>
        <p:nvSpPr>
          <p:cNvPr id="13" name="Text Placeholder 36"/>
          <p:cNvSpPr>
            <a:spLocks noGrp="1"/>
          </p:cNvSpPr>
          <p:nvPr>
            <p:ph type="body" sz="quarter" idx="27" hasCustomPrompt="1"/>
          </p:nvPr>
        </p:nvSpPr>
        <p:spPr>
          <a:xfrm>
            <a:off x="8848724" y="5087938"/>
            <a:ext cx="1889441" cy="541338"/>
          </a:xfrm>
        </p:spPr>
        <p:txBody>
          <a:bodyPr>
            <a:noAutofit/>
          </a:bodyPr>
          <a:lstStyle>
            <a:lvl1pPr marL="0" indent="0" algn="r">
              <a:buNone/>
              <a:defRPr kumimoji="0" lang="en-US" sz="20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06</a:t>
            </a:r>
            <a:endParaRPr lang="ru-RU" dirty="0"/>
          </a:p>
        </p:txBody>
      </p:sp>
      <p:sp>
        <p:nvSpPr>
          <p:cNvPr id="16" name="Text Placeholder 33"/>
          <p:cNvSpPr>
            <a:spLocks noGrp="1"/>
          </p:cNvSpPr>
          <p:nvPr>
            <p:ph type="body" sz="quarter" idx="28" hasCustomPrompt="1"/>
          </p:nvPr>
        </p:nvSpPr>
        <p:spPr>
          <a:xfrm>
            <a:off x="8972550" y="5483224"/>
            <a:ext cx="1765616" cy="793752"/>
          </a:xfrm>
        </p:spPr>
        <p:txBody>
          <a:bodyPr>
            <a:noAutofit/>
          </a:bodyPr>
          <a:lstStyle>
            <a:lvl1pPr marL="0" indent="0" algn="r">
              <a:buNone/>
              <a:defRPr sz="1200">
                <a:solidFill>
                  <a:schemeClr val="tx1"/>
                </a:solidFill>
              </a:defRPr>
            </a:lvl1pPr>
          </a:lstStyle>
          <a:p>
            <a:pPr lvl="0"/>
            <a:r>
              <a:rPr lang="en-US" dirty="0"/>
              <a:t>Lorem ipsum dolor sit amet, consectetur adipiscing elit, sed do eiusmod</a:t>
            </a:r>
          </a:p>
        </p:txBody>
      </p:sp>
    </p:spTree>
    <p:extLst>
      <p:ext uri="{BB962C8B-B14F-4D97-AF65-F5344CB8AC3E}">
        <p14:creationId xmlns:p14="http://schemas.microsoft.com/office/powerpoint/2010/main" val="27917065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07 options">
    <p:spTree>
      <p:nvGrpSpPr>
        <p:cNvPr id="1" name=""/>
        <p:cNvGrpSpPr/>
        <p:nvPr/>
      </p:nvGrpSpPr>
      <p:grpSpPr>
        <a:xfrm>
          <a:off x="0" y="0"/>
          <a:ext cx="0" cy="0"/>
          <a:chOff x="0" y="0"/>
          <a:chExt cx="0" cy="0"/>
        </a:xfrm>
      </p:grpSpPr>
      <p:sp>
        <p:nvSpPr>
          <p:cNvPr id="10" name="Text Placeholder 33"/>
          <p:cNvSpPr>
            <a:spLocks noGrp="1"/>
          </p:cNvSpPr>
          <p:nvPr>
            <p:ph type="body" sz="quarter" idx="15" hasCustomPrompt="1"/>
          </p:nvPr>
        </p:nvSpPr>
        <p:spPr>
          <a:xfrm>
            <a:off x="1592579" y="5462584"/>
            <a:ext cx="1741172" cy="858842"/>
          </a:xfrm>
        </p:spPr>
        <p:txBody>
          <a:bodyPr>
            <a:noAutofit/>
          </a:bodyPr>
          <a:lstStyle>
            <a:lvl1pPr marL="0" indent="0">
              <a:buNone/>
              <a:defRPr sz="1100">
                <a:solidFill>
                  <a:schemeClr val="tx1"/>
                </a:solidFill>
              </a:defRPr>
            </a:lvl1pPr>
          </a:lstStyle>
          <a:p>
            <a:pPr lvl="0"/>
            <a:r>
              <a:rPr lang="en-US" dirty="0"/>
              <a:t>Lorem ipsum dolor sit amet, consectetur adipiscing elit, sed do eiusmod tempor</a:t>
            </a:r>
          </a:p>
        </p:txBody>
      </p:sp>
      <p:sp>
        <p:nvSpPr>
          <p:cNvPr id="11" name="Text Placeholder 36"/>
          <p:cNvSpPr>
            <a:spLocks noGrp="1"/>
          </p:cNvSpPr>
          <p:nvPr>
            <p:ph type="body" sz="quarter" idx="16" hasCustomPrompt="1"/>
          </p:nvPr>
        </p:nvSpPr>
        <p:spPr>
          <a:xfrm>
            <a:off x="1592580" y="5191915"/>
            <a:ext cx="1741172" cy="270669"/>
          </a:xfrm>
        </p:spPr>
        <p:txBody>
          <a:bodyPr>
            <a:noAutofit/>
          </a:bodyPr>
          <a:lstStyle>
            <a:lvl1pPr marL="0" indent="0" algn="l">
              <a:buNone/>
              <a:defRPr kumimoji="0" lang="en-US" sz="16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uk-UA" dirty="0"/>
              <a:t>4</a:t>
            </a:r>
            <a:endParaRPr lang="ru-RU" dirty="0"/>
          </a:p>
        </p:txBody>
      </p:sp>
      <p:sp>
        <p:nvSpPr>
          <p:cNvPr id="26" name="Text Placeholder 33"/>
          <p:cNvSpPr>
            <a:spLocks noGrp="1"/>
          </p:cNvSpPr>
          <p:nvPr>
            <p:ph type="body" sz="quarter" idx="17" hasCustomPrompt="1"/>
          </p:nvPr>
        </p:nvSpPr>
        <p:spPr>
          <a:xfrm>
            <a:off x="1141729" y="4027484"/>
            <a:ext cx="1741172" cy="858842"/>
          </a:xfrm>
        </p:spPr>
        <p:txBody>
          <a:bodyPr>
            <a:noAutofit/>
          </a:bodyPr>
          <a:lstStyle>
            <a:lvl1pPr marL="0" indent="0">
              <a:buNone/>
              <a:defRPr sz="1100">
                <a:solidFill>
                  <a:schemeClr val="tx1"/>
                </a:solidFill>
              </a:defRPr>
            </a:lvl1pPr>
          </a:lstStyle>
          <a:p>
            <a:pPr lvl="0"/>
            <a:r>
              <a:rPr lang="en-US" dirty="0"/>
              <a:t>Lorem ipsum dolor sit amet, consectetur adipiscing elit, sed do eiusmod tempor</a:t>
            </a:r>
          </a:p>
        </p:txBody>
      </p:sp>
      <p:sp>
        <p:nvSpPr>
          <p:cNvPr id="27" name="Text Placeholder 36"/>
          <p:cNvSpPr>
            <a:spLocks noGrp="1"/>
          </p:cNvSpPr>
          <p:nvPr>
            <p:ph type="body" sz="quarter" idx="18" hasCustomPrompt="1"/>
          </p:nvPr>
        </p:nvSpPr>
        <p:spPr>
          <a:xfrm>
            <a:off x="1141730" y="3756815"/>
            <a:ext cx="1741172" cy="270669"/>
          </a:xfrm>
        </p:spPr>
        <p:txBody>
          <a:bodyPr>
            <a:noAutofit/>
          </a:bodyPr>
          <a:lstStyle>
            <a:lvl1pPr marL="0" indent="0" algn="l">
              <a:buNone/>
              <a:defRPr kumimoji="0" lang="en-US" sz="16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03</a:t>
            </a:r>
            <a:endParaRPr lang="ru-RU" dirty="0"/>
          </a:p>
        </p:txBody>
      </p:sp>
      <p:sp>
        <p:nvSpPr>
          <p:cNvPr id="28" name="Text Placeholder 33"/>
          <p:cNvSpPr>
            <a:spLocks noGrp="1"/>
          </p:cNvSpPr>
          <p:nvPr>
            <p:ph type="body" sz="quarter" idx="19" hasCustomPrompt="1"/>
          </p:nvPr>
        </p:nvSpPr>
        <p:spPr>
          <a:xfrm>
            <a:off x="1141729" y="2586034"/>
            <a:ext cx="1741172" cy="858842"/>
          </a:xfrm>
        </p:spPr>
        <p:txBody>
          <a:bodyPr>
            <a:noAutofit/>
          </a:bodyPr>
          <a:lstStyle>
            <a:lvl1pPr marL="0" indent="0">
              <a:buNone/>
              <a:defRPr sz="1100">
                <a:solidFill>
                  <a:schemeClr val="tx1"/>
                </a:solidFill>
              </a:defRPr>
            </a:lvl1pPr>
          </a:lstStyle>
          <a:p>
            <a:pPr lvl="0"/>
            <a:r>
              <a:rPr lang="en-US" dirty="0"/>
              <a:t>Lorem ipsum dolor sit amet, consectetur adipiscing elit, sed do eiusmod tempor</a:t>
            </a:r>
          </a:p>
        </p:txBody>
      </p:sp>
      <p:sp>
        <p:nvSpPr>
          <p:cNvPr id="29" name="Text Placeholder 36"/>
          <p:cNvSpPr>
            <a:spLocks noGrp="1"/>
          </p:cNvSpPr>
          <p:nvPr>
            <p:ph type="body" sz="quarter" idx="20" hasCustomPrompt="1"/>
          </p:nvPr>
        </p:nvSpPr>
        <p:spPr>
          <a:xfrm>
            <a:off x="1141730" y="2315365"/>
            <a:ext cx="1741172" cy="270669"/>
          </a:xfrm>
        </p:spPr>
        <p:txBody>
          <a:bodyPr>
            <a:noAutofit/>
          </a:bodyPr>
          <a:lstStyle>
            <a:lvl1pPr marL="0" indent="0" algn="l">
              <a:buNone/>
              <a:defRPr kumimoji="0" lang="en-US" sz="16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a:t>
            </a:r>
            <a:r>
              <a:rPr lang="uk-UA" dirty="0"/>
              <a:t>02</a:t>
            </a:r>
            <a:endParaRPr lang="ru-RU" dirty="0"/>
          </a:p>
        </p:txBody>
      </p:sp>
      <p:sp>
        <p:nvSpPr>
          <p:cNvPr id="30" name="Text Placeholder 33"/>
          <p:cNvSpPr>
            <a:spLocks noGrp="1"/>
          </p:cNvSpPr>
          <p:nvPr>
            <p:ph type="body" sz="quarter" idx="21" hasCustomPrompt="1"/>
          </p:nvPr>
        </p:nvSpPr>
        <p:spPr>
          <a:xfrm>
            <a:off x="9115598" y="1129643"/>
            <a:ext cx="1741172" cy="858842"/>
          </a:xfrm>
        </p:spPr>
        <p:txBody>
          <a:bodyPr>
            <a:noAutofit/>
          </a:bodyPr>
          <a:lstStyle>
            <a:lvl1pPr marL="0" indent="0" algn="r">
              <a:buNone/>
              <a:defRPr sz="1100">
                <a:solidFill>
                  <a:schemeClr val="tx1"/>
                </a:solidFill>
              </a:defRPr>
            </a:lvl1pPr>
          </a:lstStyle>
          <a:p>
            <a:pPr lvl="0"/>
            <a:r>
              <a:rPr lang="en-US" dirty="0"/>
              <a:t>Lorem ipsum dolor sit amet, consectetur adipiscing elit, sed do eiusmod tempor</a:t>
            </a:r>
          </a:p>
        </p:txBody>
      </p:sp>
      <p:sp>
        <p:nvSpPr>
          <p:cNvPr id="31" name="Text Placeholder 36"/>
          <p:cNvSpPr>
            <a:spLocks noGrp="1"/>
          </p:cNvSpPr>
          <p:nvPr>
            <p:ph type="body" sz="quarter" idx="22" hasCustomPrompt="1"/>
          </p:nvPr>
        </p:nvSpPr>
        <p:spPr>
          <a:xfrm>
            <a:off x="9115599" y="858974"/>
            <a:ext cx="1741172" cy="270669"/>
          </a:xfrm>
        </p:spPr>
        <p:txBody>
          <a:bodyPr>
            <a:noAutofit/>
          </a:bodyPr>
          <a:lstStyle>
            <a:lvl1pPr marL="0" indent="0" algn="r">
              <a:buNone/>
              <a:defRPr kumimoji="0" lang="en-US" sz="16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uk-UA" dirty="0"/>
              <a:t>5</a:t>
            </a:r>
            <a:endParaRPr lang="ru-RU" dirty="0"/>
          </a:p>
        </p:txBody>
      </p:sp>
      <p:sp>
        <p:nvSpPr>
          <p:cNvPr id="32" name="Text Placeholder 33"/>
          <p:cNvSpPr>
            <a:spLocks noGrp="1"/>
          </p:cNvSpPr>
          <p:nvPr>
            <p:ph type="body" sz="quarter" idx="23" hasCustomPrompt="1"/>
          </p:nvPr>
        </p:nvSpPr>
        <p:spPr>
          <a:xfrm>
            <a:off x="9321338" y="3015455"/>
            <a:ext cx="1741172" cy="858842"/>
          </a:xfrm>
        </p:spPr>
        <p:txBody>
          <a:bodyPr>
            <a:noAutofit/>
          </a:bodyPr>
          <a:lstStyle>
            <a:lvl1pPr marL="0" indent="0" algn="r">
              <a:buNone/>
              <a:defRPr sz="1100">
                <a:solidFill>
                  <a:schemeClr val="tx1"/>
                </a:solidFill>
              </a:defRPr>
            </a:lvl1pPr>
          </a:lstStyle>
          <a:p>
            <a:pPr lvl="0"/>
            <a:r>
              <a:rPr lang="en-US" dirty="0"/>
              <a:t>Lorem ipsum dolor sit amet, consectetur adipiscing elit, sed do eiusmod tempor</a:t>
            </a:r>
          </a:p>
        </p:txBody>
      </p:sp>
      <p:sp>
        <p:nvSpPr>
          <p:cNvPr id="33" name="Text Placeholder 36"/>
          <p:cNvSpPr>
            <a:spLocks noGrp="1"/>
          </p:cNvSpPr>
          <p:nvPr>
            <p:ph type="body" sz="quarter" idx="24" hasCustomPrompt="1"/>
          </p:nvPr>
        </p:nvSpPr>
        <p:spPr>
          <a:xfrm>
            <a:off x="9321339" y="2744786"/>
            <a:ext cx="1741172" cy="270669"/>
          </a:xfrm>
        </p:spPr>
        <p:txBody>
          <a:bodyPr>
            <a:noAutofit/>
          </a:bodyPr>
          <a:lstStyle>
            <a:lvl1pPr marL="0" indent="0" algn="r">
              <a:buNone/>
              <a:defRPr kumimoji="0" lang="en-US" sz="16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uk-UA" dirty="0"/>
              <a:t>6</a:t>
            </a:r>
            <a:endParaRPr lang="ru-RU" dirty="0"/>
          </a:p>
        </p:txBody>
      </p:sp>
      <p:sp>
        <p:nvSpPr>
          <p:cNvPr id="34" name="Text Placeholder 33"/>
          <p:cNvSpPr>
            <a:spLocks noGrp="1"/>
          </p:cNvSpPr>
          <p:nvPr>
            <p:ph type="body" sz="quarter" idx="25" hasCustomPrompt="1"/>
          </p:nvPr>
        </p:nvSpPr>
        <p:spPr>
          <a:xfrm>
            <a:off x="9115598" y="4901267"/>
            <a:ext cx="1741172" cy="858842"/>
          </a:xfrm>
        </p:spPr>
        <p:txBody>
          <a:bodyPr>
            <a:noAutofit/>
          </a:bodyPr>
          <a:lstStyle>
            <a:lvl1pPr marL="0" indent="0" algn="r">
              <a:buNone/>
              <a:defRPr sz="1100">
                <a:solidFill>
                  <a:schemeClr val="tx1"/>
                </a:solidFill>
              </a:defRPr>
            </a:lvl1pPr>
          </a:lstStyle>
          <a:p>
            <a:pPr lvl="0"/>
            <a:r>
              <a:rPr lang="en-US" dirty="0"/>
              <a:t>Lorem ipsum dolor sit amet, consectetur adipiscing elit, sed do eiusmod tempor</a:t>
            </a:r>
          </a:p>
        </p:txBody>
      </p:sp>
      <p:sp>
        <p:nvSpPr>
          <p:cNvPr id="35" name="Text Placeholder 36"/>
          <p:cNvSpPr>
            <a:spLocks noGrp="1"/>
          </p:cNvSpPr>
          <p:nvPr>
            <p:ph type="body" sz="quarter" idx="26" hasCustomPrompt="1"/>
          </p:nvPr>
        </p:nvSpPr>
        <p:spPr>
          <a:xfrm>
            <a:off x="9115599" y="4630598"/>
            <a:ext cx="1741172" cy="270669"/>
          </a:xfrm>
        </p:spPr>
        <p:txBody>
          <a:bodyPr>
            <a:noAutofit/>
          </a:bodyPr>
          <a:lstStyle>
            <a:lvl1pPr marL="0" indent="0" algn="r">
              <a:buNone/>
              <a:defRPr kumimoji="0" lang="en-US" sz="16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uk-UA" dirty="0"/>
              <a:t>7</a:t>
            </a:r>
            <a:endParaRPr lang="ru-RU" dirty="0"/>
          </a:p>
        </p:txBody>
      </p:sp>
      <p:sp>
        <p:nvSpPr>
          <p:cNvPr id="36" name="Text Placeholder 33"/>
          <p:cNvSpPr>
            <a:spLocks noGrp="1"/>
          </p:cNvSpPr>
          <p:nvPr>
            <p:ph type="body" sz="quarter" idx="27" hasCustomPrompt="1"/>
          </p:nvPr>
        </p:nvSpPr>
        <p:spPr>
          <a:xfrm>
            <a:off x="1592579" y="1129643"/>
            <a:ext cx="1741172" cy="858842"/>
          </a:xfrm>
        </p:spPr>
        <p:txBody>
          <a:bodyPr>
            <a:noAutofit/>
          </a:bodyPr>
          <a:lstStyle>
            <a:lvl1pPr marL="0" indent="0">
              <a:buNone/>
              <a:defRPr sz="1100">
                <a:solidFill>
                  <a:schemeClr val="tx1"/>
                </a:solidFill>
              </a:defRPr>
            </a:lvl1pPr>
          </a:lstStyle>
          <a:p>
            <a:pPr lvl="0"/>
            <a:r>
              <a:rPr lang="en-US" dirty="0"/>
              <a:t>Lorem ipsum dolor sit amet, consectetur adipiscing elit, sed do eiusmod tempor</a:t>
            </a:r>
          </a:p>
        </p:txBody>
      </p:sp>
      <p:sp>
        <p:nvSpPr>
          <p:cNvPr id="37" name="Text Placeholder 36"/>
          <p:cNvSpPr>
            <a:spLocks noGrp="1"/>
          </p:cNvSpPr>
          <p:nvPr>
            <p:ph type="body" sz="quarter" idx="28" hasCustomPrompt="1"/>
          </p:nvPr>
        </p:nvSpPr>
        <p:spPr>
          <a:xfrm>
            <a:off x="1592580" y="858974"/>
            <a:ext cx="1741172" cy="270669"/>
          </a:xfrm>
        </p:spPr>
        <p:txBody>
          <a:bodyPr>
            <a:noAutofit/>
          </a:bodyPr>
          <a:lstStyle>
            <a:lvl1pPr marL="0" indent="0" algn="l">
              <a:buNone/>
              <a:defRPr kumimoji="0" lang="en-US" sz="16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a:t>
            </a:r>
            <a:r>
              <a:rPr lang="uk-UA" dirty="0"/>
              <a:t>01</a:t>
            </a:r>
            <a:endParaRPr lang="ru-RU" dirty="0"/>
          </a:p>
        </p:txBody>
      </p:sp>
    </p:spTree>
    <p:extLst>
      <p:ext uri="{BB962C8B-B14F-4D97-AF65-F5344CB8AC3E}">
        <p14:creationId xmlns:p14="http://schemas.microsoft.com/office/powerpoint/2010/main" val="11976776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08 options">
    <p:spTree>
      <p:nvGrpSpPr>
        <p:cNvPr id="1" name=""/>
        <p:cNvGrpSpPr/>
        <p:nvPr/>
      </p:nvGrpSpPr>
      <p:grpSpPr>
        <a:xfrm>
          <a:off x="0" y="0"/>
          <a:ext cx="0" cy="0"/>
          <a:chOff x="0" y="0"/>
          <a:chExt cx="0" cy="0"/>
        </a:xfrm>
      </p:grpSpPr>
      <p:sp>
        <p:nvSpPr>
          <p:cNvPr id="10" name="Text Placeholder 33"/>
          <p:cNvSpPr>
            <a:spLocks noGrp="1"/>
          </p:cNvSpPr>
          <p:nvPr>
            <p:ph type="body" sz="quarter" idx="15" hasCustomPrompt="1"/>
          </p:nvPr>
        </p:nvSpPr>
        <p:spPr>
          <a:xfrm>
            <a:off x="1592579" y="5462584"/>
            <a:ext cx="1741172" cy="858842"/>
          </a:xfrm>
        </p:spPr>
        <p:txBody>
          <a:bodyPr>
            <a:noAutofit/>
          </a:bodyPr>
          <a:lstStyle>
            <a:lvl1pPr marL="0" indent="0">
              <a:buNone/>
              <a:defRPr sz="1100">
                <a:solidFill>
                  <a:schemeClr val="tx1"/>
                </a:solidFill>
              </a:defRPr>
            </a:lvl1pPr>
          </a:lstStyle>
          <a:p>
            <a:pPr lvl="0"/>
            <a:r>
              <a:rPr lang="en-US" dirty="0"/>
              <a:t>Lorem ipsum dolor sit amet, consectetur adipiscing elit, sed do eiusmod tempor</a:t>
            </a:r>
          </a:p>
        </p:txBody>
      </p:sp>
      <p:sp>
        <p:nvSpPr>
          <p:cNvPr id="11" name="Text Placeholder 36"/>
          <p:cNvSpPr>
            <a:spLocks noGrp="1"/>
          </p:cNvSpPr>
          <p:nvPr>
            <p:ph type="body" sz="quarter" idx="16" hasCustomPrompt="1"/>
          </p:nvPr>
        </p:nvSpPr>
        <p:spPr>
          <a:xfrm>
            <a:off x="1592580" y="5191915"/>
            <a:ext cx="1741172" cy="270669"/>
          </a:xfrm>
        </p:spPr>
        <p:txBody>
          <a:bodyPr>
            <a:noAutofit/>
          </a:bodyPr>
          <a:lstStyle>
            <a:lvl1pPr marL="0" indent="0" algn="l">
              <a:buNone/>
              <a:defRPr kumimoji="0" lang="en-US" sz="16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uk-UA" dirty="0"/>
              <a:t>4</a:t>
            </a:r>
            <a:endParaRPr lang="ru-RU" dirty="0"/>
          </a:p>
        </p:txBody>
      </p:sp>
      <p:sp>
        <p:nvSpPr>
          <p:cNvPr id="26" name="Text Placeholder 33"/>
          <p:cNvSpPr>
            <a:spLocks noGrp="1"/>
          </p:cNvSpPr>
          <p:nvPr>
            <p:ph type="body" sz="quarter" idx="17" hasCustomPrompt="1"/>
          </p:nvPr>
        </p:nvSpPr>
        <p:spPr>
          <a:xfrm>
            <a:off x="1141729" y="4027484"/>
            <a:ext cx="1741172" cy="858842"/>
          </a:xfrm>
        </p:spPr>
        <p:txBody>
          <a:bodyPr>
            <a:noAutofit/>
          </a:bodyPr>
          <a:lstStyle>
            <a:lvl1pPr marL="0" indent="0">
              <a:buNone/>
              <a:defRPr sz="1100">
                <a:solidFill>
                  <a:schemeClr val="tx1"/>
                </a:solidFill>
              </a:defRPr>
            </a:lvl1pPr>
          </a:lstStyle>
          <a:p>
            <a:pPr lvl="0"/>
            <a:r>
              <a:rPr lang="en-US" dirty="0"/>
              <a:t>Lorem ipsum dolor sit amet, consectetur adipiscing elit, sed do eiusmod tempor</a:t>
            </a:r>
          </a:p>
        </p:txBody>
      </p:sp>
      <p:sp>
        <p:nvSpPr>
          <p:cNvPr id="27" name="Text Placeholder 36"/>
          <p:cNvSpPr>
            <a:spLocks noGrp="1"/>
          </p:cNvSpPr>
          <p:nvPr>
            <p:ph type="body" sz="quarter" idx="18" hasCustomPrompt="1"/>
          </p:nvPr>
        </p:nvSpPr>
        <p:spPr>
          <a:xfrm>
            <a:off x="1141730" y="3756815"/>
            <a:ext cx="1741172" cy="270669"/>
          </a:xfrm>
        </p:spPr>
        <p:txBody>
          <a:bodyPr>
            <a:noAutofit/>
          </a:bodyPr>
          <a:lstStyle>
            <a:lvl1pPr marL="0" indent="0" algn="l">
              <a:buNone/>
              <a:defRPr kumimoji="0" lang="en-US" sz="16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03</a:t>
            </a:r>
            <a:endParaRPr lang="ru-RU" dirty="0"/>
          </a:p>
        </p:txBody>
      </p:sp>
      <p:sp>
        <p:nvSpPr>
          <p:cNvPr id="28" name="Text Placeholder 33"/>
          <p:cNvSpPr>
            <a:spLocks noGrp="1"/>
          </p:cNvSpPr>
          <p:nvPr>
            <p:ph type="body" sz="quarter" idx="19" hasCustomPrompt="1"/>
          </p:nvPr>
        </p:nvSpPr>
        <p:spPr>
          <a:xfrm>
            <a:off x="1141729" y="2586034"/>
            <a:ext cx="1741172" cy="858842"/>
          </a:xfrm>
        </p:spPr>
        <p:txBody>
          <a:bodyPr>
            <a:noAutofit/>
          </a:bodyPr>
          <a:lstStyle>
            <a:lvl1pPr marL="0" indent="0">
              <a:buNone/>
              <a:defRPr sz="1100">
                <a:solidFill>
                  <a:schemeClr val="tx1"/>
                </a:solidFill>
              </a:defRPr>
            </a:lvl1pPr>
          </a:lstStyle>
          <a:p>
            <a:pPr lvl="0"/>
            <a:r>
              <a:rPr lang="en-US" dirty="0"/>
              <a:t>Lorem ipsum dolor sit amet, consectetur adipiscing elit, sed do eiusmod tempor</a:t>
            </a:r>
          </a:p>
        </p:txBody>
      </p:sp>
      <p:sp>
        <p:nvSpPr>
          <p:cNvPr id="29" name="Text Placeholder 36"/>
          <p:cNvSpPr>
            <a:spLocks noGrp="1"/>
          </p:cNvSpPr>
          <p:nvPr>
            <p:ph type="body" sz="quarter" idx="20" hasCustomPrompt="1"/>
          </p:nvPr>
        </p:nvSpPr>
        <p:spPr>
          <a:xfrm>
            <a:off x="1141730" y="2315365"/>
            <a:ext cx="1741172" cy="270669"/>
          </a:xfrm>
        </p:spPr>
        <p:txBody>
          <a:bodyPr>
            <a:noAutofit/>
          </a:bodyPr>
          <a:lstStyle>
            <a:lvl1pPr marL="0" indent="0" algn="l">
              <a:buNone/>
              <a:defRPr kumimoji="0" lang="en-US" sz="16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a:t>
            </a:r>
            <a:r>
              <a:rPr lang="uk-UA" dirty="0"/>
              <a:t>02</a:t>
            </a:r>
            <a:endParaRPr lang="ru-RU" dirty="0"/>
          </a:p>
        </p:txBody>
      </p:sp>
      <p:sp>
        <p:nvSpPr>
          <p:cNvPr id="30" name="Text Placeholder 33"/>
          <p:cNvSpPr>
            <a:spLocks noGrp="1"/>
          </p:cNvSpPr>
          <p:nvPr>
            <p:ph type="body" sz="quarter" idx="21" hasCustomPrompt="1"/>
          </p:nvPr>
        </p:nvSpPr>
        <p:spPr>
          <a:xfrm>
            <a:off x="8968276" y="1129643"/>
            <a:ext cx="1741172" cy="858842"/>
          </a:xfrm>
        </p:spPr>
        <p:txBody>
          <a:bodyPr>
            <a:noAutofit/>
          </a:bodyPr>
          <a:lstStyle>
            <a:lvl1pPr marL="0" indent="0" algn="r">
              <a:buNone/>
              <a:defRPr sz="1100">
                <a:solidFill>
                  <a:schemeClr val="tx1"/>
                </a:solidFill>
              </a:defRPr>
            </a:lvl1pPr>
          </a:lstStyle>
          <a:p>
            <a:pPr lvl="0"/>
            <a:r>
              <a:rPr lang="en-US" dirty="0"/>
              <a:t>Lorem ipsum dolor sit amet, consectetur adipiscing elit, sed do eiusmod tempor</a:t>
            </a:r>
          </a:p>
        </p:txBody>
      </p:sp>
      <p:sp>
        <p:nvSpPr>
          <p:cNvPr id="31" name="Text Placeholder 36"/>
          <p:cNvSpPr>
            <a:spLocks noGrp="1"/>
          </p:cNvSpPr>
          <p:nvPr>
            <p:ph type="body" sz="quarter" idx="22" hasCustomPrompt="1"/>
          </p:nvPr>
        </p:nvSpPr>
        <p:spPr>
          <a:xfrm>
            <a:off x="8968277" y="858974"/>
            <a:ext cx="1741172" cy="270669"/>
          </a:xfrm>
        </p:spPr>
        <p:txBody>
          <a:bodyPr>
            <a:noAutofit/>
          </a:bodyPr>
          <a:lstStyle>
            <a:lvl1pPr marL="0" indent="0" algn="r">
              <a:buNone/>
              <a:defRPr kumimoji="0" lang="en-US" sz="16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uk-UA" dirty="0"/>
              <a:t>5</a:t>
            </a:r>
            <a:endParaRPr lang="ru-RU" dirty="0"/>
          </a:p>
        </p:txBody>
      </p:sp>
      <p:sp>
        <p:nvSpPr>
          <p:cNvPr id="32" name="Text Placeholder 33"/>
          <p:cNvSpPr>
            <a:spLocks noGrp="1"/>
          </p:cNvSpPr>
          <p:nvPr>
            <p:ph type="body" sz="quarter" idx="23" hasCustomPrompt="1"/>
          </p:nvPr>
        </p:nvSpPr>
        <p:spPr>
          <a:xfrm>
            <a:off x="9388013" y="2572606"/>
            <a:ext cx="1741172" cy="858842"/>
          </a:xfrm>
        </p:spPr>
        <p:txBody>
          <a:bodyPr>
            <a:noAutofit/>
          </a:bodyPr>
          <a:lstStyle>
            <a:lvl1pPr marL="0" indent="0" algn="r">
              <a:buNone/>
              <a:defRPr sz="1100">
                <a:solidFill>
                  <a:schemeClr val="tx1"/>
                </a:solidFill>
              </a:defRPr>
            </a:lvl1pPr>
          </a:lstStyle>
          <a:p>
            <a:pPr lvl="0"/>
            <a:r>
              <a:rPr lang="en-US" dirty="0"/>
              <a:t>Lorem ipsum dolor sit amet, consectetur adipiscing elit, sed do eiusmod tempor</a:t>
            </a:r>
          </a:p>
        </p:txBody>
      </p:sp>
      <p:sp>
        <p:nvSpPr>
          <p:cNvPr id="33" name="Text Placeholder 36"/>
          <p:cNvSpPr>
            <a:spLocks noGrp="1"/>
          </p:cNvSpPr>
          <p:nvPr>
            <p:ph type="body" sz="quarter" idx="24" hasCustomPrompt="1"/>
          </p:nvPr>
        </p:nvSpPr>
        <p:spPr>
          <a:xfrm>
            <a:off x="9388014" y="2301937"/>
            <a:ext cx="1741172" cy="270669"/>
          </a:xfrm>
        </p:spPr>
        <p:txBody>
          <a:bodyPr>
            <a:noAutofit/>
          </a:bodyPr>
          <a:lstStyle>
            <a:lvl1pPr marL="0" indent="0" algn="r">
              <a:buNone/>
              <a:defRPr kumimoji="0" lang="en-US" sz="16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uk-UA" dirty="0"/>
              <a:t>6</a:t>
            </a:r>
            <a:endParaRPr lang="ru-RU" dirty="0"/>
          </a:p>
        </p:txBody>
      </p:sp>
      <p:sp>
        <p:nvSpPr>
          <p:cNvPr id="34" name="Text Placeholder 33"/>
          <p:cNvSpPr>
            <a:spLocks noGrp="1"/>
          </p:cNvSpPr>
          <p:nvPr>
            <p:ph type="body" sz="quarter" idx="25" hasCustomPrompt="1"/>
          </p:nvPr>
        </p:nvSpPr>
        <p:spPr>
          <a:xfrm>
            <a:off x="8968276" y="5462584"/>
            <a:ext cx="1741172" cy="858842"/>
          </a:xfrm>
        </p:spPr>
        <p:txBody>
          <a:bodyPr>
            <a:noAutofit/>
          </a:bodyPr>
          <a:lstStyle>
            <a:lvl1pPr marL="0" indent="0" algn="r">
              <a:buNone/>
              <a:defRPr sz="1100">
                <a:solidFill>
                  <a:schemeClr val="tx1"/>
                </a:solidFill>
              </a:defRPr>
            </a:lvl1pPr>
          </a:lstStyle>
          <a:p>
            <a:pPr lvl="0"/>
            <a:r>
              <a:rPr lang="en-US" dirty="0"/>
              <a:t>Lorem ipsum dolor sit amet, consectetur adipiscing elit, sed do eiusmod tempor</a:t>
            </a:r>
          </a:p>
        </p:txBody>
      </p:sp>
      <p:sp>
        <p:nvSpPr>
          <p:cNvPr id="35" name="Text Placeholder 36"/>
          <p:cNvSpPr>
            <a:spLocks noGrp="1"/>
          </p:cNvSpPr>
          <p:nvPr>
            <p:ph type="body" sz="quarter" idx="26" hasCustomPrompt="1"/>
          </p:nvPr>
        </p:nvSpPr>
        <p:spPr>
          <a:xfrm>
            <a:off x="8968277" y="5191915"/>
            <a:ext cx="1741172" cy="270669"/>
          </a:xfrm>
        </p:spPr>
        <p:txBody>
          <a:bodyPr>
            <a:noAutofit/>
          </a:bodyPr>
          <a:lstStyle>
            <a:lvl1pPr marL="0" indent="0" algn="r">
              <a:buNone/>
              <a:defRPr kumimoji="0" lang="en-US" sz="16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uk-UA" dirty="0"/>
              <a:t>7</a:t>
            </a:r>
            <a:endParaRPr lang="ru-RU" dirty="0"/>
          </a:p>
        </p:txBody>
      </p:sp>
      <p:sp>
        <p:nvSpPr>
          <p:cNvPr id="36" name="Text Placeholder 33"/>
          <p:cNvSpPr>
            <a:spLocks noGrp="1"/>
          </p:cNvSpPr>
          <p:nvPr>
            <p:ph type="body" sz="quarter" idx="27" hasCustomPrompt="1"/>
          </p:nvPr>
        </p:nvSpPr>
        <p:spPr>
          <a:xfrm>
            <a:off x="1592579" y="1129643"/>
            <a:ext cx="1741172" cy="858842"/>
          </a:xfrm>
        </p:spPr>
        <p:txBody>
          <a:bodyPr>
            <a:noAutofit/>
          </a:bodyPr>
          <a:lstStyle>
            <a:lvl1pPr marL="0" indent="0">
              <a:buNone/>
              <a:defRPr sz="1100">
                <a:solidFill>
                  <a:schemeClr val="tx1"/>
                </a:solidFill>
              </a:defRPr>
            </a:lvl1pPr>
          </a:lstStyle>
          <a:p>
            <a:pPr lvl="0"/>
            <a:r>
              <a:rPr lang="en-US" dirty="0"/>
              <a:t>Lorem ipsum dolor sit amet, consectetur adipiscing elit, sed do eiusmod tempor</a:t>
            </a:r>
          </a:p>
        </p:txBody>
      </p:sp>
      <p:sp>
        <p:nvSpPr>
          <p:cNvPr id="37" name="Text Placeholder 36"/>
          <p:cNvSpPr>
            <a:spLocks noGrp="1"/>
          </p:cNvSpPr>
          <p:nvPr>
            <p:ph type="body" sz="quarter" idx="28" hasCustomPrompt="1"/>
          </p:nvPr>
        </p:nvSpPr>
        <p:spPr>
          <a:xfrm>
            <a:off x="1592580" y="858974"/>
            <a:ext cx="1741172" cy="270669"/>
          </a:xfrm>
        </p:spPr>
        <p:txBody>
          <a:bodyPr>
            <a:noAutofit/>
          </a:bodyPr>
          <a:lstStyle>
            <a:lvl1pPr marL="0" indent="0" algn="l">
              <a:buNone/>
              <a:defRPr kumimoji="0" lang="en-US" sz="16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a:t>
            </a:r>
            <a:r>
              <a:rPr lang="uk-UA" dirty="0"/>
              <a:t>01</a:t>
            </a:r>
            <a:endParaRPr lang="ru-RU" dirty="0"/>
          </a:p>
        </p:txBody>
      </p:sp>
      <p:sp>
        <p:nvSpPr>
          <p:cNvPr id="16" name="Text Placeholder 33"/>
          <p:cNvSpPr>
            <a:spLocks noGrp="1"/>
          </p:cNvSpPr>
          <p:nvPr>
            <p:ph type="body" sz="quarter" idx="29" hasCustomPrompt="1"/>
          </p:nvPr>
        </p:nvSpPr>
        <p:spPr>
          <a:xfrm>
            <a:off x="9388013" y="3972786"/>
            <a:ext cx="1741172" cy="858842"/>
          </a:xfrm>
        </p:spPr>
        <p:txBody>
          <a:bodyPr>
            <a:noAutofit/>
          </a:bodyPr>
          <a:lstStyle>
            <a:lvl1pPr marL="0" indent="0" algn="r">
              <a:buNone/>
              <a:defRPr sz="1100">
                <a:solidFill>
                  <a:schemeClr val="tx1"/>
                </a:solidFill>
              </a:defRPr>
            </a:lvl1pPr>
          </a:lstStyle>
          <a:p>
            <a:pPr lvl="0"/>
            <a:r>
              <a:rPr lang="en-US" dirty="0"/>
              <a:t>Lorem ipsum dolor sit amet, consectetur adipiscing elit, sed do eiusmod tempor</a:t>
            </a:r>
          </a:p>
        </p:txBody>
      </p:sp>
      <p:sp>
        <p:nvSpPr>
          <p:cNvPr id="17" name="Text Placeholder 36"/>
          <p:cNvSpPr>
            <a:spLocks noGrp="1"/>
          </p:cNvSpPr>
          <p:nvPr>
            <p:ph type="body" sz="quarter" idx="30" hasCustomPrompt="1"/>
          </p:nvPr>
        </p:nvSpPr>
        <p:spPr>
          <a:xfrm>
            <a:off x="9388014" y="3702117"/>
            <a:ext cx="1741172" cy="270669"/>
          </a:xfrm>
        </p:spPr>
        <p:txBody>
          <a:bodyPr>
            <a:noAutofit/>
          </a:bodyPr>
          <a:lstStyle>
            <a:lvl1pPr marL="0" indent="0" algn="r">
              <a:buNone/>
              <a:defRPr kumimoji="0" lang="en-US" sz="16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uk-UA" dirty="0"/>
              <a:t>7</a:t>
            </a:r>
            <a:endParaRPr lang="ru-RU" dirty="0"/>
          </a:p>
        </p:txBody>
      </p:sp>
    </p:spTree>
    <p:extLst>
      <p:ext uri="{BB962C8B-B14F-4D97-AF65-F5344CB8AC3E}">
        <p14:creationId xmlns:p14="http://schemas.microsoft.com/office/powerpoint/2010/main" val="9167569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ru-R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u-RU"/>
          </a:p>
        </p:txBody>
      </p:sp>
      <p:sp>
        <p:nvSpPr>
          <p:cNvPr id="4" name="Date Placeholder 3"/>
          <p:cNvSpPr>
            <a:spLocks noGrp="1"/>
          </p:cNvSpPr>
          <p:nvPr>
            <p:ph type="dt" sz="half" idx="10"/>
          </p:nvPr>
        </p:nvSpPr>
        <p:spPr/>
        <p:txBody>
          <a:bodyPr/>
          <a:lstStyle/>
          <a:p>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3A7D6697-BF38-4B1B-991E-6DB955C7A7D4}" type="slidenum">
              <a:rPr lang="ru-RU" smtClean="0"/>
              <a:t>‹Nº›</a:t>
            </a:fld>
            <a:endParaRPr lang="ru-RU"/>
          </a:p>
        </p:txBody>
      </p:sp>
    </p:spTree>
    <p:extLst>
      <p:ext uri="{BB962C8B-B14F-4D97-AF65-F5344CB8AC3E}">
        <p14:creationId xmlns:p14="http://schemas.microsoft.com/office/powerpoint/2010/main" val="37028364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10"/>
          </p:nvPr>
        </p:nvSpPr>
        <p:spPr/>
        <p:txBody>
          <a:bodyPr/>
          <a:lstStyle/>
          <a:p>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3A7D6697-BF38-4B1B-991E-6DB955C7A7D4}" type="slidenum">
              <a:rPr lang="ru-RU" smtClean="0"/>
              <a:t>‹Nº›</a:t>
            </a:fld>
            <a:endParaRPr lang="ru-RU"/>
          </a:p>
        </p:txBody>
      </p:sp>
    </p:spTree>
    <p:extLst>
      <p:ext uri="{BB962C8B-B14F-4D97-AF65-F5344CB8AC3E}">
        <p14:creationId xmlns:p14="http://schemas.microsoft.com/office/powerpoint/2010/main" val="1149191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ru-R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3A7D6697-BF38-4B1B-991E-6DB955C7A7D4}" type="slidenum">
              <a:rPr lang="ru-RU" smtClean="0"/>
              <a:t>‹Nº›</a:t>
            </a:fld>
            <a:endParaRPr lang="ru-RU"/>
          </a:p>
        </p:txBody>
      </p:sp>
    </p:spTree>
    <p:extLst>
      <p:ext uri="{BB962C8B-B14F-4D97-AF65-F5344CB8AC3E}">
        <p14:creationId xmlns:p14="http://schemas.microsoft.com/office/powerpoint/2010/main" val="18380273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Date Placeholder 4"/>
          <p:cNvSpPr>
            <a:spLocks noGrp="1"/>
          </p:cNvSpPr>
          <p:nvPr>
            <p:ph type="dt" sz="half" idx="10"/>
          </p:nvPr>
        </p:nvSpPr>
        <p:spPr/>
        <p:txBody>
          <a:bodyPr/>
          <a:lstStyle/>
          <a:p>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3A7D6697-BF38-4B1B-991E-6DB955C7A7D4}" type="slidenum">
              <a:rPr lang="ru-RU" smtClean="0"/>
              <a:t>‹Nº›</a:t>
            </a:fld>
            <a:endParaRPr lang="ru-RU"/>
          </a:p>
        </p:txBody>
      </p:sp>
    </p:spTree>
    <p:extLst>
      <p:ext uri="{BB962C8B-B14F-4D97-AF65-F5344CB8AC3E}">
        <p14:creationId xmlns:p14="http://schemas.microsoft.com/office/powerpoint/2010/main" val="380306116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ru-R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7" name="Date Placeholder 6"/>
          <p:cNvSpPr>
            <a:spLocks noGrp="1"/>
          </p:cNvSpPr>
          <p:nvPr>
            <p:ph type="dt" sz="half" idx="10"/>
          </p:nvPr>
        </p:nvSpPr>
        <p:spPr/>
        <p:txBody>
          <a:bodyPr/>
          <a:lstStyle/>
          <a:p>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3A7D6697-BF38-4B1B-991E-6DB955C7A7D4}" type="slidenum">
              <a:rPr lang="ru-RU" smtClean="0"/>
              <a:t>‹Nº›</a:t>
            </a:fld>
            <a:endParaRPr lang="ru-RU"/>
          </a:p>
        </p:txBody>
      </p:sp>
    </p:spTree>
    <p:extLst>
      <p:ext uri="{BB962C8B-B14F-4D97-AF65-F5344CB8AC3E}">
        <p14:creationId xmlns:p14="http://schemas.microsoft.com/office/powerpoint/2010/main" val="299027225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Date Placeholder 2"/>
          <p:cNvSpPr>
            <a:spLocks noGrp="1"/>
          </p:cNvSpPr>
          <p:nvPr>
            <p:ph type="dt" sz="half" idx="10"/>
          </p:nvPr>
        </p:nvSpPr>
        <p:spPr/>
        <p:txBody>
          <a:bodyPr/>
          <a:lstStyle/>
          <a:p>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3A7D6697-BF38-4B1B-991E-6DB955C7A7D4}" type="slidenum">
              <a:rPr lang="ru-RU" smtClean="0"/>
              <a:t>‹Nº›</a:t>
            </a:fld>
            <a:endParaRPr lang="ru-RU"/>
          </a:p>
        </p:txBody>
      </p:sp>
    </p:spTree>
    <p:extLst>
      <p:ext uri="{BB962C8B-B14F-4D97-AF65-F5344CB8AC3E}">
        <p14:creationId xmlns:p14="http://schemas.microsoft.com/office/powerpoint/2010/main" val="5207926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3A7D6697-BF38-4B1B-991E-6DB955C7A7D4}" type="slidenum">
              <a:rPr lang="ru-RU" smtClean="0"/>
              <a:t>‹Nº›</a:t>
            </a:fld>
            <a:endParaRPr lang="ru-RU"/>
          </a:p>
        </p:txBody>
      </p:sp>
    </p:spTree>
    <p:extLst>
      <p:ext uri="{BB962C8B-B14F-4D97-AF65-F5344CB8AC3E}">
        <p14:creationId xmlns:p14="http://schemas.microsoft.com/office/powerpoint/2010/main" val="29135747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3A7D6697-BF38-4B1B-991E-6DB955C7A7D4}" type="slidenum">
              <a:rPr lang="ru-RU" smtClean="0"/>
              <a:t>‹Nº›</a:t>
            </a:fld>
            <a:endParaRPr lang="ru-RU"/>
          </a:p>
        </p:txBody>
      </p:sp>
    </p:spTree>
    <p:extLst>
      <p:ext uri="{BB962C8B-B14F-4D97-AF65-F5344CB8AC3E}">
        <p14:creationId xmlns:p14="http://schemas.microsoft.com/office/powerpoint/2010/main" val="344667333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3A7D6697-BF38-4B1B-991E-6DB955C7A7D4}" type="slidenum">
              <a:rPr lang="ru-RU" smtClean="0"/>
              <a:t>‹Nº›</a:t>
            </a:fld>
            <a:endParaRPr lang="ru-RU"/>
          </a:p>
        </p:txBody>
      </p:sp>
    </p:spTree>
    <p:extLst>
      <p:ext uri="{BB962C8B-B14F-4D97-AF65-F5344CB8AC3E}">
        <p14:creationId xmlns:p14="http://schemas.microsoft.com/office/powerpoint/2010/main" val="32384053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10"/>
          </p:nvPr>
        </p:nvSpPr>
        <p:spPr/>
        <p:txBody>
          <a:bodyPr/>
          <a:lstStyle/>
          <a:p>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3A7D6697-BF38-4B1B-991E-6DB955C7A7D4}" type="slidenum">
              <a:rPr lang="ru-RU" smtClean="0"/>
              <a:t>‹Nº›</a:t>
            </a:fld>
            <a:endParaRPr lang="ru-RU"/>
          </a:p>
        </p:txBody>
      </p:sp>
    </p:spTree>
    <p:extLst>
      <p:ext uri="{BB962C8B-B14F-4D97-AF65-F5344CB8AC3E}">
        <p14:creationId xmlns:p14="http://schemas.microsoft.com/office/powerpoint/2010/main" val="305129153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ru-R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10"/>
          </p:nvPr>
        </p:nvSpPr>
        <p:spPr/>
        <p:txBody>
          <a:bodyPr/>
          <a:lstStyle/>
          <a:p>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3A7D6697-BF38-4B1B-991E-6DB955C7A7D4}" type="slidenum">
              <a:rPr lang="ru-RU" smtClean="0"/>
              <a:t>‹Nº›</a:t>
            </a:fld>
            <a:endParaRPr lang="ru-RU"/>
          </a:p>
        </p:txBody>
      </p:sp>
    </p:spTree>
    <p:extLst>
      <p:ext uri="{BB962C8B-B14F-4D97-AF65-F5344CB8AC3E}">
        <p14:creationId xmlns:p14="http://schemas.microsoft.com/office/powerpoint/2010/main" val="682144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p:cNvSpPr>
            <a:spLocks noGrp="1"/>
          </p:cNvSpPr>
          <p:nvPr>
            <p:ph type="dt" sz="half" idx="10"/>
          </p:nvPr>
        </p:nvSpPr>
        <p:spPr/>
        <p:txBody>
          <a:bodyPr/>
          <a:lstStyle/>
          <a:p>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67F76EE7-C3C3-4412-A933-629E31A91FEF}" type="slidenum">
              <a:rPr lang="es-CO" smtClean="0"/>
              <a:t>‹Nº›</a:t>
            </a:fld>
            <a:endParaRPr lang="es-CO"/>
          </a:p>
        </p:txBody>
      </p:sp>
    </p:spTree>
    <p:extLst>
      <p:ext uri="{BB962C8B-B14F-4D97-AF65-F5344CB8AC3E}">
        <p14:creationId xmlns:p14="http://schemas.microsoft.com/office/powerpoint/2010/main" val="358875807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67F76EE7-C3C3-4412-A933-629E31A91FEF}" type="slidenum">
              <a:rPr lang="es-CO" smtClean="0"/>
              <a:t>‹Nº›</a:t>
            </a:fld>
            <a:endParaRPr lang="es-CO"/>
          </a:p>
        </p:txBody>
      </p:sp>
    </p:spTree>
    <p:extLst>
      <p:ext uri="{BB962C8B-B14F-4D97-AF65-F5344CB8AC3E}">
        <p14:creationId xmlns:p14="http://schemas.microsoft.com/office/powerpoint/2010/main" val="142611014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E34B3B-97BB-45AB-AF16-751DBF3CAC3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6A7F05E7-C912-4E37-81EF-1D4EBB32D050}"/>
              </a:ext>
            </a:extLst>
          </p:cNvPr>
          <p:cNvSpPr>
            <a:spLocks noGrp="1"/>
          </p:cNvSpPr>
          <p:nvPr>
            <p:ph type="dt" sz="half" idx="10"/>
          </p:nvPr>
        </p:nvSpPr>
        <p:spPr/>
        <p:txBody>
          <a:bodyPr/>
          <a:lstStyle/>
          <a:p>
            <a:endParaRPr lang="es-CO"/>
          </a:p>
        </p:txBody>
      </p:sp>
      <p:sp>
        <p:nvSpPr>
          <p:cNvPr id="4" name="Marcador de pie de página 3">
            <a:extLst>
              <a:ext uri="{FF2B5EF4-FFF2-40B4-BE49-F238E27FC236}">
                <a16:creationId xmlns:a16="http://schemas.microsoft.com/office/drawing/2014/main" id="{DEA36392-9FEF-4FBD-9C97-CA6FE3C21C05}"/>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085979B6-1D2A-44EA-A3EE-66E9125C3107}"/>
              </a:ext>
            </a:extLst>
          </p:cNvPr>
          <p:cNvSpPr>
            <a:spLocks noGrp="1"/>
          </p:cNvSpPr>
          <p:nvPr>
            <p:ph type="sldNum" sz="quarter" idx="12"/>
          </p:nvPr>
        </p:nvSpPr>
        <p:spPr/>
        <p:txBody>
          <a:bodyPr/>
          <a:lstStyle/>
          <a:p>
            <a:fld id="{67F76EE7-C3C3-4412-A933-629E31A91FEF}" type="slidenum">
              <a:rPr lang="es-CO" smtClean="0"/>
              <a:t>‹Nº›</a:t>
            </a:fld>
            <a:endParaRPr lang="es-CO"/>
          </a:p>
        </p:txBody>
      </p:sp>
    </p:spTree>
    <p:extLst>
      <p:ext uri="{BB962C8B-B14F-4D97-AF65-F5344CB8AC3E}">
        <p14:creationId xmlns:p14="http://schemas.microsoft.com/office/powerpoint/2010/main" val="198217097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133985-EB18-44D1-A0EE-1600134CDFB9}"/>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78DCC869-0E3E-4F46-9FD9-6E136FD686DA}"/>
              </a:ext>
            </a:extLst>
          </p:cNvPr>
          <p:cNvSpPr>
            <a:spLocks noGrp="1"/>
          </p:cNvSpPr>
          <p:nvPr>
            <p:ph type="dt" sz="half" idx="10"/>
          </p:nvPr>
        </p:nvSpPr>
        <p:spPr/>
        <p:txBody>
          <a:bodyPr/>
          <a:lstStyle/>
          <a:p>
            <a:endParaRPr lang="es-CO"/>
          </a:p>
        </p:txBody>
      </p:sp>
      <p:sp>
        <p:nvSpPr>
          <p:cNvPr id="4" name="Marcador de pie de página 3">
            <a:extLst>
              <a:ext uri="{FF2B5EF4-FFF2-40B4-BE49-F238E27FC236}">
                <a16:creationId xmlns:a16="http://schemas.microsoft.com/office/drawing/2014/main" id="{987DB615-F61A-40E1-AC17-C6218AE57B89}"/>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D734E666-6063-4E9F-AEB9-F19D2372E599}"/>
              </a:ext>
            </a:extLst>
          </p:cNvPr>
          <p:cNvSpPr>
            <a:spLocks noGrp="1"/>
          </p:cNvSpPr>
          <p:nvPr>
            <p:ph type="sldNum" sz="quarter" idx="12"/>
          </p:nvPr>
        </p:nvSpPr>
        <p:spPr/>
        <p:txBody>
          <a:bodyPr/>
          <a:lstStyle/>
          <a:p>
            <a:fld id="{67F76EE7-C3C3-4412-A933-629E31A91FEF}" type="slidenum">
              <a:rPr lang="es-CO" smtClean="0"/>
              <a:t>‹Nº›</a:t>
            </a:fld>
            <a:endParaRPr lang="es-CO"/>
          </a:p>
        </p:txBody>
      </p:sp>
    </p:spTree>
    <p:extLst>
      <p:ext uri="{BB962C8B-B14F-4D97-AF65-F5344CB8AC3E}">
        <p14:creationId xmlns:p14="http://schemas.microsoft.com/office/powerpoint/2010/main" val="184041742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67F76EE7-C3C3-4412-A933-629E31A91FEF}" type="slidenum">
              <a:rPr lang="es-CO" smtClean="0"/>
              <a:t>‹Nº›</a:t>
            </a:fld>
            <a:endParaRPr lang="es-CO"/>
          </a:p>
        </p:txBody>
      </p:sp>
    </p:spTree>
    <p:extLst>
      <p:ext uri="{BB962C8B-B14F-4D97-AF65-F5344CB8AC3E}">
        <p14:creationId xmlns:p14="http://schemas.microsoft.com/office/powerpoint/2010/main" val="425351917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p:cNvSpPr>
            <a:spLocks noGrp="1"/>
          </p:cNvSpPr>
          <p:nvPr>
            <p:ph type="dt" sz="half" idx="10"/>
          </p:nvPr>
        </p:nvSpPr>
        <p:spPr/>
        <p:txBody>
          <a:bodyPr/>
          <a:lstStyle/>
          <a:p>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67F76EE7-C3C3-4412-A933-629E31A91FEF}" type="slidenum">
              <a:rPr lang="es-CO" smtClean="0"/>
              <a:t>‹Nº›</a:t>
            </a:fld>
            <a:endParaRPr lang="es-CO"/>
          </a:p>
        </p:txBody>
      </p:sp>
    </p:spTree>
    <p:extLst>
      <p:ext uri="{BB962C8B-B14F-4D97-AF65-F5344CB8AC3E}">
        <p14:creationId xmlns:p14="http://schemas.microsoft.com/office/powerpoint/2010/main" val="43419702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p:cNvSpPr>
            <a:spLocks noGrp="1"/>
          </p:cNvSpPr>
          <p:nvPr>
            <p:ph type="dt" sz="half" idx="10"/>
          </p:nvPr>
        </p:nvSpPr>
        <p:spPr/>
        <p:txBody>
          <a:bodyPr/>
          <a:lstStyle/>
          <a:p>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67F76EE7-C3C3-4412-A933-629E31A91FEF}" type="slidenum">
              <a:rPr lang="es-CO" smtClean="0"/>
              <a:t>‹Nº›</a:t>
            </a:fld>
            <a:endParaRPr lang="es-CO"/>
          </a:p>
        </p:txBody>
      </p:sp>
    </p:spTree>
    <p:extLst>
      <p:ext uri="{BB962C8B-B14F-4D97-AF65-F5344CB8AC3E}">
        <p14:creationId xmlns:p14="http://schemas.microsoft.com/office/powerpoint/2010/main" val="76792249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fecha 2"/>
          <p:cNvSpPr>
            <a:spLocks noGrp="1"/>
          </p:cNvSpPr>
          <p:nvPr>
            <p:ph type="dt" sz="half" idx="10"/>
          </p:nvPr>
        </p:nvSpPr>
        <p:spPr/>
        <p:txBody>
          <a:bodyPr/>
          <a:lstStyle/>
          <a:p>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67F76EE7-C3C3-4412-A933-629E31A91FEF}" type="slidenum">
              <a:rPr lang="es-CO" smtClean="0"/>
              <a:t>‹Nº›</a:t>
            </a:fld>
            <a:endParaRPr lang="es-CO"/>
          </a:p>
        </p:txBody>
      </p:sp>
    </p:spTree>
    <p:extLst>
      <p:ext uri="{BB962C8B-B14F-4D97-AF65-F5344CB8AC3E}">
        <p14:creationId xmlns:p14="http://schemas.microsoft.com/office/powerpoint/2010/main" val="2076853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67F76EE7-C3C3-4412-A933-629E31A91FEF}" type="slidenum">
              <a:rPr lang="es-CO" smtClean="0"/>
              <a:t>‹Nº›</a:t>
            </a:fld>
            <a:endParaRPr lang="es-CO"/>
          </a:p>
        </p:txBody>
      </p:sp>
    </p:spTree>
    <p:extLst>
      <p:ext uri="{BB962C8B-B14F-4D97-AF65-F5344CB8AC3E}">
        <p14:creationId xmlns:p14="http://schemas.microsoft.com/office/powerpoint/2010/main" val="260196616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67F76EE7-C3C3-4412-A933-629E31A91FEF}" type="slidenum">
              <a:rPr lang="es-CO" smtClean="0"/>
              <a:t>‹Nº›</a:t>
            </a:fld>
            <a:endParaRPr lang="es-CO"/>
          </a:p>
        </p:txBody>
      </p:sp>
    </p:spTree>
    <p:extLst>
      <p:ext uri="{BB962C8B-B14F-4D97-AF65-F5344CB8AC3E}">
        <p14:creationId xmlns:p14="http://schemas.microsoft.com/office/powerpoint/2010/main" val="197065328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67F76EE7-C3C3-4412-A933-629E31A91FEF}" type="slidenum">
              <a:rPr lang="es-CO" smtClean="0"/>
              <a:t>‹Nº›</a:t>
            </a:fld>
            <a:endParaRPr lang="es-CO"/>
          </a:p>
        </p:txBody>
      </p:sp>
    </p:spTree>
    <p:extLst>
      <p:ext uri="{BB962C8B-B14F-4D97-AF65-F5344CB8AC3E}">
        <p14:creationId xmlns:p14="http://schemas.microsoft.com/office/powerpoint/2010/main" val="425171496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67F76EE7-C3C3-4412-A933-629E31A91FEF}" type="slidenum">
              <a:rPr lang="es-CO" smtClean="0"/>
              <a:t>‹Nº›</a:t>
            </a:fld>
            <a:endParaRPr lang="es-CO"/>
          </a:p>
        </p:txBody>
      </p:sp>
    </p:spTree>
    <p:extLst>
      <p:ext uri="{BB962C8B-B14F-4D97-AF65-F5344CB8AC3E}">
        <p14:creationId xmlns:p14="http://schemas.microsoft.com/office/powerpoint/2010/main" val="351613488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67F76EE7-C3C3-4412-A933-629E31A91FEF}" type="slidenum">
              <a:rPr lang="es-CO" smtClean="0"/>
              <a:t>‹Nº›</a:t>
            </a:fld>
            <a:endParaRPr lang="es-CO"/>
          </a:p>
        </p:txBody>
      </p:sp>
    </p:spTree>
    <p:extLst>
      <p:ext uri="{BB962C8B-B14F-4D97-AF65-F5344CB8AC3E}">
        <p14:creationId xmlns:p14="http://schemas.microsoft.com/office/powerpoint/2010/main" val="39593821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D4046E-F95B-4B05-8A1C-6C38E7F3B39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9BA91B7F-DFA2-45A7-BD72-DEDC633FBA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0AA2128A-F466-4A02-B6B4-3D5FCD22EBA8}"/>
              </a:ext>
            </a:extLst>
          </p:cNvPr>
          <p:cNvSpPr>
            <a:spLocks noGrp="1"/>
          </p:cNvSpPr>
          <p:nvPr>
            <p:ph type="dt" sz="half" idx="10"/>
          </p:nvPr>
        </p:nvSpPr>
        <p:spPr/>
        <p:txBody>
          <a:bodyPr/>
          <a:lstStyle/>
          <a:p>
            <a:fld id="{AF02D98A-DE1E-451C-BDE0-A9556E0FA309}" type="datetimeFigureOut">
              <a:rPr lang="es-CO" smtClean="0"/>
              <a:t>5/11/2025</a:t>
            </a:fld>
            <a:endParaRPr lang="es-CO"/>
          </a:p>
        </p:txBody>
      </p:sp>
      <p:sp>
        <p:nvSpPr>
          <p:cNvPr id="5" name="Marcador de pie de página 4">
            <a:extLst>
              <a:ext uri="{FF2B5EF4-FFF2-40B4-BE49-F238E27FC236}">
                <a16:creationId xmlns:a16="http://schemas.microsoft.com/office/drawing/2014/main" id="{36CC5B48-7CBE-4B4B-8661-1A5FBA9EA9D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C9D90CA-43BA-40D8-8A52-6C0232B3DC0C}"/>
              </a:ext>
            </a:extLst>
          </p:cNvPr>
          <p:cNvSpPr>
            <a:spLocks noGrp="1"/>
          </p:cNvSpPr>
          <p:nvPr>
            <p:ph type="sldNum" sz="quarter" idx="12"/>
          </p:nvPr>
        </p:nvSpPr>
        <p:spPr/>
        <p:txBody>
          <a:bodyPr/>
          <a:lstStyle/>
          <a:p>
            <a:fld id="{1B366889-D11E-4532-89E3-88F0264B7C97}" type="slidenum">
              <a:rPr lang="es-CO" smtClean="0"/>
              <a:t>‹Nº›</a:t>
            </a:fld>
            <a:endParaRPr lang="es-CO"/>
          </a:p>
        </p:txBody>
      </p:sp>
    </p:spTree>
    <p:extLst>
      <p:ext uri="{BB962C8B-B14F-4D97-AF65-F5344CB8AC3E}">
        <p14:creationId xmlns:p14="http://schemas.microsoft.com/office/powerpoint/2010/main" val="142906004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39868A-0B31-4712-89EC-D94B3ABF7CDC}"/>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E6A51E7-35CA-479E-ADCB-86E39FABEBC0}"/>
              </a:ext>
            </a:extLst>
          </p:cNvPr>
          <p:cNvSpPr>
            <a:spLocks noGrp="1"/>
          </p:cNvSpPr>
          <p:nvPr>
            <p:ph idx="1"/>
          </p:nvPr>
        </p:nvSpPr>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6299FA1-392E-451C-8EEA-68E8317E929B}"/>
              </a:ext>
            </a:extLst>
          </p:cNvPr>
          <p:cNvSpPr>
            <a:spLocks noGrp="1"/>
          </p:cNvSpPr>
          <p:nvPr>
            <p:ph type="dt" sz="half" idx="10"/>
          </p:nvPr>
        </p:nvSpPr>
        <p:spPr/>
        <p:txBody>
          <a:bodyPr/>
          <a:lstStyle/>
          <a:p>
            <a:fld id="{AF02D98A-DE1E-451C-BDE0-A9556E0FA309}" type="datetimeFigureOut">
              <a:rPr lang="es-CO" smtClean="0"/>
              <a:t>5/11/2025</a:t>
            </a:fld>
            <a:endParaRPr lang="es-CO"/>
          </a:p>
        </p:txBody>
      </p:sp>
      <p:sp>
        <p:nvSpPr>
          <p:cNvPr id="5" name="Marcador de pie de página 4">
            <a:extLst>
              <a:ext uri="{FF2B5EF4-FFF2-40B4-BE49-F238E27FC236}">
                <a16:creationId xmlns:a16="http://schemas.microsoft.com/office/drawing/2014/main" id="{3DAE03DC-32B4-47B0-A6B3-CC0529BF668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F715CD9-7F81-4EBB-88C7-FDD5504AA186}"/>
              </a:ext>
            </a:extLst>
          </p:cNvPr>
          <p:cNvSpPr>
            <a:spLocks noGrp="1"/>
          </p:cNvSpPr>
          <p:nvPr>
            <p:ph type="sldNum" sz="quarter" idx="12"/>
          </p:nvPr>
        </p:nvSpPr>
        <p:spPr/>
        <p:txBody>
          <a:bodyPr/>
          <a:lstStyle/>
          <a:p>
            <a:fld id="{1B366889-D11E-4532-89E3-88F0264B7C97}" type="slidenum">
              <a:rPr lang="es-CO" smtClean="0"/>
              <a:t>‹Nº›</a:t>
            </a:fld>
            <a:endParaRPr lang="es-CO"/>
          </a:p>
        </p:txBody>
      </p:sp>
    </p:spTree>
    <p:extLst>
      <p:ext uri="{BB962C8B-B14F-4D97-AF65-F5344CB8AC3E}">
        <p14:creationId xmlns:p14="http://schemas.microsoft.com/office/powerpoint/2010/main" val="228144479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EC2E5A-D79E-46FF-8841-804CA833A4E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EF02CE4-943D-40C8-9915-6AFBEB6DD3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Marcador de fecha 3">
            <a:extLst>
              <a:ext uri="{FF2B5EF4-FFF2-40B4-BE49-F238E27FC236}">
                <a16:creationId xmlns:a16="http://schemas.microsoft.com/office/drawing/2014/main" id="{2A85064A-58CC-48D4-AEEF-22A2C209E8D9}"/>
              </a:ext>
            </a:extLst>
          </p:cNvPr>
          <p:cNvSpPr>
            <a:spLocks noGrp="1"/>
          </p:cNvSpPr>
          <p:nvPr>
            <p:ph type="dt" sz="half" idx="10"/>
          </p:nvPr>
        </p:nvSpPr>
        <p:spPr/>
        <p:txBody>
          <a:bodyPr/>
          <a:lstStyle/>
          <a:p>
            <a:fld id="{AF02D98A-DE1E-451C-BDE0-A9556E0FA309}" type="datetimeFigureOut">
              <a:rPr lang="es-CO" smtClean="0"/>
              <a:t>5/11/2025</a:t>
            </a:fld>
            <a:endParaRPr lang="es-CO"/>
          </a:p>
        </p:txBody>
      </p:sp>
      <p:sp>
        <p:nvSpPr>
          <p:cNvPr id="5" name="Marcador de pie de página 4">
            <a:extLst>
              <a:ext uri="{FF2B5EF4-FFF2-40B4-BE49-F238E27FC236}">
                <a16:creationId xmlns:a16="http://schemas.microsoft.com/office/drawing/2014/main" id="{462992D8-A63F-4376-B469-47AB8A92FBFA}"/>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6F8F676-A201-4DF7-83FA-FD0A3ECF9C74}"/>
              </a:ext>
            </a:extLst>
          </p:cNvPr>
          <p:cNvSpPr>
            <a:spLocks noGrp="1"/>
          </p:cNvSpPr>
          <p:nvPr>
            <p:ph type="sldNum" sz="quarter" idx="12"/>
          </p:nvPr>
        </p:nvSpPr>
        <p:spPr/>
        <p:txBody>
          <a:bodyPr/>
          <a:lstStyle/>
          <a:p>
            <a:fld id="{1B366889-D11E-4532-89E3-88F0264B7C97}" type="slidenum">
              <a:rPr lang="es-CO" smtClean="0"/>
              <a:t>‹Nº›</a:t>
            </a:fld>
            <a:endParaRPr lang="es-CO"/>
          </a:p>
        </p:txBody>
      </p:sp>
    </p:spTree>
    <p:extLst>
      <p:ext uri="{BB962C8B-B14F-4D97-AF65-F5344CB8AC3E}">
        <p14:creationId xmlns:p14="http://schemas.microsoft.com/office/powerpoint/2010/main" val="356853694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8D0A14-9CF0-4547-BACE-B33DE82DFEB9}"/>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49B1B1C5-301D-4F5E-B4A5-E10BBF6FCB65}"/>
              </a:ext>
            </a:extLst>
          </p:cNvPr>
          <p:cNvSpPr>
            <a:spLocks noGrp="1"/>
          </p:cNvSpPr>
          <p:nvPr>
            <p:ph sz="half" idx="1"/>
          </p:nvPr>
        </p:nvSpPr>
        <p:spPr>
          <a:xfrm>
            <a:off x="838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8762C38C-7B4D-4AB9-AC85-C40B267922E1}"/>
              </a:ext>
            </a:extLst>
          </p:cNvPr>
          <p:cNvSpPr>
            <a:spLocks noGrp="1"/>
          </p:cNvSpPr>
          <p:nvPr>
            <p:ph sz="half" idx="2"/>
          </p:nvPr>
        </p:nvSpPr>
        <p:spPr>
          <a:xfrm>
            <a:off x="6172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1F5A343E-EEC1-43B0-AED9-793F35B5E20E}"/>
              </a:ext>
            </a:extLst>
          </p:cNvPr>
          <p:cNvSpPr>
            <a:spLocks noGrp="1"/>
          </p:cNvSpPr>
          <p:nvPr>
            <p:ph type="dt" sz="half" idx="10"/>
          </p:nvPr>
        </p:nvSpPr>
        <p:spPr/>
        <p:txBody>
          <a:bodyPr/>
          <a:lstStyle/>
          <a:p>
            <a:fld id="{AF02D98A-DE1E-451C-BDE0-A9556E0FA309}" type="datetimeFigureOut">
              <a:rPr lang="es-CO" smtClean="0"/>
              <a:t>5/11/2025</a:t>
            </a:fld>
            <a:endParaRPr lang="es-CO"/>
          </a:p>
        </p:txBody>
      </p:sp>
      <p:sp>
        <p:nvSpPr>
          <p:cNvPr id="6" name="Marcador de pie de página 5">
            <a:extLst>
              <a:ext uri="{FF2B5EF4-FFF2-40B4-BE49-F238E27FC236}">
                <a16:creationId xmlns:a16="http://schemas.microsoft.com/office/drawing/2014/main" id="{FDDD3238-666A-493B-A8B1-1D732EF63801}"/>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29A20273-646F-4273-ADCC-B0383FE5CB62}"/>
              </a:ext>
            </a:extLst>
          </p:cNvPr>
          <p:cNvSpPr>
            <a:spLocks noGrp="1"/>
          </p:cNvSpPr>
          <p:nvPr>
            <p:ph type="sldNum" sz="quarter" idx="12"/>
          </p:nvPr>
        </p:nvSpPr>
        <p:spPr/>
        <p:txBody>
          <a:bodyPr/>
          <a:lstStyle/>
          <a:p>
            <a:fld id="{1B366889-D11E-4532-89E3-88F0264B7C97}" type="slidenum">
              <a:rPr lang="es-CO" smtClean="0"/>
              <a:t>‹Nº›</a:t>
            </a:fld>
            <a:endParaRPr lang="es-CO"/>
          </a:p>
        </p:txBody>
      </p:sp>
    </p:spTree>
    <p:extLst>
      <p:ext uri="{BB962C8B-B14F-4D97-AF65-F5344CB8AC3E}">
        <p14:creationId xmlns:p14="http://schemas.microsoft.com/office/powerpoint/2010/main" val="23652017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13EF80-52B9-4926-86A2-DAD24B3DA7C8}"/>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69FEB45-DAF0-4976-9D6A-441842D782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Marcador de contenido 3">
            <a:extLst>
              <a:ext uri="{FF2B5EF4-FFF2-40B4-BE49-F238E27FC236}">
                <a16:creationId xmlns:a16="http://schemas.microsoft.com/office/drawing/2014/main" id="{9845E3C9-2FD6-439D-8F7A-3C40AE228ED2}"/>
              </a:ext>
            </a:extLst>
          </p:cNvPr>
          <p:cNvSpPr>
            <a:spLocks noGrp="1"/>
          </p:cNvSpPr>
          <p:nvPr>
            <p:ph sz="half" idx="2"/>
          </p:nvPr>
        </p:nvSpPr>
        <p:spPr>
          <a:xfrm>
            <a:off x="839788" y="2505075"/>
            <a:ext cx="5157787"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697009CA-21E2-4E9B-85D5-5BCCF5DE80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Marcador de contenido 5">
            <a:extLst>
              <a:ext uri="{FF2B5EF4-FFF2-40B4-BE49-F238E27FC236}">
                <a16:creationId xmlns:a16="http://schemas.microsoft.com/office/drawing/2014/main" id="{916FC4CB-77E1-4E54-A20C-BB8A8B771235}"/>
              </a:ext>
            </a:extLst>
          </p:cNvPr>
          <p:cNvSpPr>
            <a:spLocks noGrp="1"/>
          </p:cNvSpPr>
          <p:nvPr>
            <p:ph sz="quarter" idx="4"/>
          </p:nvPr>
        </p:nvSpPr>
        <p:spPr>
          <a:xfrm>
            <a:off x="6172200" y="2505075"/>
            <a:ext cx="5183188"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DAE74ABF-4E08-4A1D-B6E1-73D1CAC7C564}"/>
              </a:ext>
            </a:extLst>
          </p:cNvPr>
          <p:cNvSpPr>
            <a:spLocks noGrp="1"/>
          </p:cNvSpPr>
          <p:nvPr>
            <p:ph type="dt" sz="half" idx="10"/>
          </p:nvPr>
        </p:nvSpPr>
        <p:spPr/>
        <p:txBody>
          <a:bodyPr/>
          <a:lstStyle/>
          <a:p>
            <a:fld id="{AF02D98A-DE1E-451C-BDE0-A9556E0FA309}" type="datetimeFigureOut">
              <a:rPr lang="es-CO" smtClean="0"/>
              <a:t>5/11/2025</a:t>
            </a:fld>
            <a:endParaRPr lang="es-CO"/>
          </a:p>
        </p:txBody>
      </p:sp>
      <p:sp>
        <p:nvSpPr>
          <p:cNvPr id="8" name="Marcador de pie de página 7">
            <a:extLst>
              <a:ext uri="{FF2B5EF4-FFF2-40B4-BE49-F238E27FC236}">
                <a16:creationId xmlns:a16="http://schemas.microsoft.com/office/drawing/2014/main" id="{AF4C3F33-A949-4C2E-9A7C-E0CB1A17D833}"/>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4E3B6C88-DB2D-4002-AB05-FADE91D4240B}"/>
              </a:ext>
            </a:extLst>
          </p:cNvPr>
          <p:cNvSpPr>
            <a:spLocks noGrp="1"/>
          </p:cNvSpPr>
          <p:nvPr>
            <p:ph type="sldNum" sz="quarter" idx="12"/>
          </p:nvPr>
        </p:nvSpPr>
        <p:spPr/>
        <p:txBody>
          <a:bodyPr/>
          <a:lstStyle/>
          <a:p>
            <a:fld id="{1B366889-D11E-4532-89E3-88F0264B7C97}" type="slidenum">
              <a:rPr lang="es-CO" smtClean="0"/>
              <a:t>‹Nº›</a:t>
            </a:fld>
            <a:endParaRPr lang="es-CO"/>
          </a:p>
        </p:txBody>
      </p:sp>
    </p:spTree>
    <p:extLst>
      <p:ext uri="{BB962C8B-B14F-4D97-AF65-F5344CB8AC3E}">
        <p14:creationId xmlns:p14="http://schemas.microsoft.com/office/powerpoint/2010/main" val="12150331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07FD8A-8457-4958-9511-B38D2AF19F9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422C5FD3-459D-401B-964C-C6F5B98749A3}"/>
              </a:ext>
            </a:extLst>
          </p:cNvPr>
          <p:cNvSpPr>
            <a:spLocks noGrp="1"/>
          </p:cNvSpPr>
          <p:nvPr>
            <p:ph type="dt" sz="half" idx="10"/>
          </p:nvPr>
        </p:nvSpPr>
        <p:spPr/>
        <p:txBody>
          <a:bodyPr/>
          <a:lstStyle/>
          <a:p>
            <a:fld id="{AF02D98A-DE1E-451C-BDE0-A9556E0FA309}" type="datetimeFigureOut">
              <a:rPr lang="es-CO" smtClean="0"/>
              <a:t>5/11/2025</a:t>
            </a:fld>
            <a:endParaRPr lang="es-CO"/>
          </a:p>
        </p:txBody>
      </p:sp>
      <p:sp>
        <p:nvSpPr>
          <p:cNvPr id="4" name="Marcador de pie de página 3">
            <a:extLst>
              <a:ext uri="{FF2B5EF4-FFF2-40B4-BE49-F238E27FC236}">
                <a16:creationId xmlns:a16="http://schemas.microsoft.com/office/drawing/2014/main" id="{0F49686E-10F6-4BDE-A067-74DAA2BFF281}"/>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4D45ED02-166D-4613-A36B-F9B2E7739527}"/>
              </a:ext>
            </a:extLst>
          </p:cNvPr>
          <p:cNvSpPr>
            <a:spLocks noGrp="1"/>
          </p:cNvSpPr>
          <p:nvPr>
            <p:ph type="sldNum" sz="quarter" idx="12"/>
          </p:nvPr>
        </p:nvSpPr>
        <p:spPr/>
        <p:txBody>
          <a:bodyPr/>
          <a:lstStyle/>
          <a:p>
            <a:fld id="{1B366889-D11E-4532-89E3-88F0264B7C97}" type="slidenum">
              <a:rPr lang="es-CO" smtClean="0"/>
              <a:t>‹Nº›</a:t>
            </a:fld>
            <a:endParaRPr lang="es-CO"/>
          </a:p>
        </p:txBody>
      </p:sp>
    </p:spTree>
    <p:extLst>
      <p:ext uri="{BB962C8B-B14F-4D97-AF65-F5344CB8AC3E}">
        <p14:creationId xmlns:p14="http://schemas.microsoft.com/office/powerpoint/2010/main" val="18249098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183196B-1CC6-44E2-A335-3166CE63146B}"/>
              </a:ext>
            </a:extLst>
          </p:cNvPr>
          <p:cNvSpPr>
            <a:spLocks noGrp="1"/>
          </p:cNvSpPr>
          <p:nvPr>
            <p:ph type="dt" sz="half" idx="10"/>
          </p:nvPr>
        </p:nvSpPr>
        <p:spPr/>
        <p:txBody>
          <a:bodyPr/>
          <a:lstStyle/>
          <a:p>
            <a:fld id="{AF02D98A-DE1E-451C-BDE0-A9556E0FA309}" type="datetimeFigureOut">
              <a:rPr lang="es-CO" smtClean="0"/>
              <a:t>5/11/2025</a:t>
            </a:fld>
            <a:endParaRPr lang="es-CO"/>
          </a:p>
        </p:txBody>
      </p:sp>
      <p:sp>
        <p:nvSpPr>
          <p:cNvPr id="3" name="Marcador de pie de página 2">
            <a:extLst>
              <a:ext uri="{FF2B5EF4-FFF2-40B4-BE49-F238E27FC236}">
                <a16:creationId xmlns:a16="http://schemas.microsoft.com/office/drawing/2014/main" id="{602720EF-60B1-412C-9AD5-E9B775D09EAA}"/>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C92E5E45-4D27-452A-8441-9574BF6C40E4}"/>
              </a:ext>
            </a:extLst>
          </p:cNvPr>
          <p:cNvSpPr>
            <a:spLocks noGrp="1"/>
          </p:cNvSpPr>
          <p:nvPr>
            <p:ph type="sldNum" sz="quarter" idx="12"/>
          </p:nvPr>
        </p:nvSpPr>
        <p:spPr/>
        <p:txBody>
          <a:bodyPr/>
          <a:lstStyle/>
          <a:p>
            <a:fld id="{1B366889-D11E-4532-89E3-88F0264B7C97}" type="slidenum">
              <a:rPr lang="es-CO" smtClean="0"/>
              <a:t>‹Nº›</a:t>
            </a:fld>
            <a:endParaRPr lang="es-CO"/>
          </a:p>
        </p:txBody>
      </p:sp>
    </p:spTree>
    <p:extLst>
      <p:ext uri="{BB962C8B-B14F-4D97-AF65-F5344CB8AC3E}">
        <p14:creationId xmlns:p14="http://schemas.microsoft.com/office/powerpoint/2010/main" val="210434251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D1A566-CEF7-4CED-9444-B4A9AA8319A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A07EBF32-009C-40E5-8048-E57BEDDA81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3D3B4CFC-BE8A-4ADD-B783-C712479DD8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897412A6-DF2C-4EDD-A275-794CD9B25383}"/>
              </a:ext>
            </a:extLst>
          </p:cNvPr>
          <p:cNvSpPr>
            <a:spLocks noGrp="1"/>
          </p:cNvSpPr>
          <p:nvPr>
            <p:ph type="dt" sz="half" idx="10"/>
          </p:nvPr>
        </p:nvSpPr>
        <p:spPr/>
        <p:txBody>
          <a:bodyPr/>
          <a:lstStyle/>
          <a:p>
            <a:fld id="{AF02D98A-DE1E-451C-BDE0-A9556E0FA309}" type="datetimeFigureOut">
              <a:rPr lang="es-CO" smtClean="0"/>
              <a:t>5/11/2025</a:t>
            </a:fld>
            <a:endParaRPr lang="es-CO"/>
          </a:p>
        </p:txBody>
      </p:sp>
      <p:sp>
        <p:nvSpPr>
          <p:cNvPr id="6" name="Marcador de pie de página 5">
            <a:extLst>
              <a:ext uri="{FF2B5EF4-FFF2-40B4-BE49-F238E27FC236}">
                <a16:creationId xmlns:a16="http://schemas.microsoft.com/office/drawing/2014/main" id="{A7E16D71-A0D5-4BC5-A442-50063685F4E3}"/>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32D3204F-BB51-4B92-8CA3-B0956F6DEB33}"/>
              </a:ext>
            </a:extLst>
          </p:cNvPr>
          <p:cNvSpPr>
            <a:spLocks noGrp="1"/>
          </p:cNvSpPr>
          <p:nvPr>
            <p:ph type="sldNum" sz="quarter" idx="12"/>
          </p:nvPr>
        </p:nvSpPr>
        <p:spPr/>
        <p:txBody>
          <a:bodyPr/>
          <a:lstStyle/>
          <a:p>
            <a:fld id="{1B366889-D11E-4532-89E3-88F0264B7C97}" type="slidenum">
              <a:rPr lang="es-CO" smtClean="0"/>
              <a:t>‹Nº›</a:t>
            </a:fld>
            <a:endParaRPr lang="es-CO"/>
          </a:p>
        </p:txBody>
      </p:sp>
    </p:spTree>
    <p:extLst>
      <p:ext uri="{BB962C8B-B14F-4D97-AF65-F5344CB8AC3E}">
        <p14:creationId xmlns:p14="http://schemas.microsoft.com/office/powerpoint/2010/main" val="200988336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D5B7D1-C4E1-4064-99E7-52456CF89B9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751E5B15-455C-4F75-B4DC-A6470B605C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C93D7532-7805-4156-B4F4-A8961375DA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B5722C47-A305-421F-8751-5DD17CA831B2}"/>
              </a:ext>
            </a:extLst>
          </p:cNvPr>
          <p:cNvSpPr>
            <a:spLocks noGrp="1"/>
          </p:cNvSpPr>
          <p:nvPr>
            <p:ph type="dt" sz="half" idx="10"/>
          </p:nvPr>
        </p:nvSpPr>
        <p:spPr/>
        <p:txBody>
          <a:bodyPr/>
          <a:lstStyle/>
          <a:p>
            <a:fld id="{AF02D98A-DE1E-451C-BDE0-A9556E0FA309}" type="datetimeFigureOut">
              <a:rPr lang="es-CO" smtClean="0"/>
              <a:t>5/11/2025</a:t>
            </a:fld>
            <a:endParaRPr lang="es-CO"/>
          </a:p>
        </p:txBody>
      </p:sp>
      <p:sp>
        <p:nvSpPr>
          <p:cNvPr id="6" name="Marcador de pie de página 5">
            <a:extLst>
              <a:ext uri="{FF2B5EF4-FFF2-40B4-BE49-F238E27FC236}">
                <a16:creationId xmlns:a16="http://schemas.microsoft.com/office/drawing/2014/main" id="{B07EB3EE-43B4-4CF2-A484-33B4ED2A1CA3}"/>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B8FEF8FB-F6BC-4B21-9F3C-F8E07C475DC7}"/>
              </a:ext>
            </a:extLst>
          </p:cNvPr>
          <p:cNvSpPr>
            <a:spLocks noGrp="1"/>
          </p:cNvSpPr>
          <p:nvPr>
            <p:ph type="sldNum" sz="quarter" idx="12"/>
          </p:nvPr>
        </p:nvSpPr>
        <p:spPr/>
        <p:txBody>
          <a:bodyPr/>
          <a:lstStyle/>
          <a:p>
            <a:fld id="{1B366889-D11E-4532-89E3-88F0264B7C97}" type="slidenum">
              <a:rPr lang="es-CO" smtClean="0"/>
              <a:t>‹Nº›</a:t>
            </a:fld>
            <a:endParaRPr lang="es-CO"/>
          </a:p>
        </p:txBody>
      </p:sp>
    </p:spTree>
    <p:extLst>
      <p:ext uri="{BB962C8B-B14F-4D97-AF65-F5344CB8AC3E}">
        <p14:creationId xmlns:p14="http://schemas.microsoft.com/office/powerpoint/2010/main" val="136674151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568AC6-C3D3-4B64-A64F-978FF98BD5ED}"/>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E88086E7-9F53-465E-AB15-AC337D6B3D63}"/>
              </a:ext>
            </a:extLst>
          </p:cNvPr>
          <p:cNvSpPr>
            <a:spLocks noGrp="1"/>
          </p:cNvSpPr>
          <p:nvPr>
            <p:ph type="body" orient="vert" idx="1"/>
          </p:nvPr>
        </p:nvSpPr>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A5391A8E-5A13-411B-B83F-27B114BE41F7}"/>
              </a:ext>
            </a:extLst>
          </p:cNvPr>
          <p:cNvSpPr>
            <a:spLocks noGrp="1"/>
          </p:cNvSpPr>
          <p:nvPr>
            <p:ph type="dt" sz="half" idx="10"/>
          </p:nvPr>
        </p:nvSpPr>
        <p:spPr/>
        <p:txBody>
          <a:bodyPr/>
          <a:lstStyle/>
          <a:p>
            <a:fld id="{AF02D98A-DE1E-451C-BDE0-A9556E0FA309}" type="datetimeFigureOut">
              <a:rPr lang="es-CO" smtClean="0"/>
              <a:t>5/11/2025</a:t>
            </a:fld>
            <a:endParaRPr lang="es-CO"/>
          </a:p>
        </p:txBody>
      </p:sp>
      <p:sp>
        <p:nvSpPr>
          <p:cNvPr id="5" name="Marcador de pie de página 4">
            <a:extLst>
              <a:ext uri="{FF2B5EF4-FFF2-40B4-BE49-F238E27FC236}">
                <a16:creationId xmlns:a16="http://schemas.microsoft.com/office/drawing/2014/main" id="{B1842712-A880-4663-8E32-F4182B77624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D374F9CC-919E-4629-B725-C6727ED6BAFD}"/>
              </a:ext>
            </a:extLst>
          </p:cNvPr>
          <p:cNvSpPr>
            <a:spLocks noGrp="1"/>
          </p:cNvSpPr>
          <p:nvPr>
            <p:ph type="sldNum" sz="quarter" idx="12"/>
          </p:nvPr>
        </p:nvSpPr>
        <p:spPr/>
        <p:txBody>
          <a:bodyPr/>
          <a:lstStyle/>
          <a:p>
            <a:fld id="{1B366889-D11E-4532-89E3-88F0264B7C97}" type="slidenum">
              <a:rPr lang="es-CO" smtClean="0"/>
              <a:t>‹Nº›</a:t>
            </a:fld>
            <a:endParaRPr lang="es-CO"/>
          </a:p>
        </p:txBody>
      </p:sp>
    </p:spTree>
    <p:extLst>
      <p:ext uri="{BB962C8B-B14F-4D97-AF65-F5344CB8AC3E}">
        <p14:creationId xmlns:p14="http://schemas.microsoft.com/office/powerpoint/2010/main" val="6451834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A70DEE1-5D63-4A4E-B291-864DF55BA2D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2A7E5BC0-7101-404A-9D36-D55E8BACBBFA}"/>
              </a:ext>
            </a:extLst>
          </p:cNvPr>
          <p:cNvSpPr>
            <a:spLocks noGrp="1"/>
          </p:cNvSpPr>
          <p:nvPr>
            <p:ph type="body" orient="vert" idx="1"/>
          </p:nvPr>
        </p:nvSpPr>
        <p:spPr>
          <a:xfrm>
            <a:off x="838200" y="365125"/>
            <a:ext cx="7734300" cy="5811838"/>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8DDD11CD-1293-48B1-8569-63500AFAC9D8}"/>
              </a:ext>
            </a:extLst>
          </p:cNvPr>
          <p:cNvSpPr>
            <a:spLocks noGrp="1"/>
          </p:cNvSpPr>
          <p:nvPr>
            <p:ph type="dt" sz="half" idx="10"/>
          </p:nvPr>
        </p:nvSpPr>
        <p:spPr/>
        <p:txBody>
          <a:bodyPr/>
          <a:lstStyle/>
          <a:p>
            <a:fld id="{AF02D98A-DE1E-451C-BDE0-A9556E0FA309}" type="datetimeFigureOut">
              <a:rPr lang="es-CO" smtClean="0"/>
              <a:t>5/11/2025</a:t>
            </a:fld>
            <a:endParaRPr lang="es-CO"/>
          </a:p>
        </p:txBody>
      </p:sp>
      <p:sp>
        <p:nvSpPr>
          <p:cNvPr id="5" name="Marcador de pie de página 4">
            <a:extLst>
              <a:ext uri="{FF2B5EF4-FFF2-40B4-BE49-F238E27FC236}">
                <a16:creationId xmlns:a16="http://schemas.microsoft.com/office/drawing/2014/main" id="{ED173760-D4D3-4DF6-968E-66D1D1EC768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1D562503-3EFA-450C-8B4A-25CC66B5A159}"/>
              </a:ext>
            </a:extLst>
          </p:cNvPr>
          <p:cNvSpPr>
            <a:spLocks noGrp="1"/>
          </p:cNvSpPr>
          <p:nvPr>
            <p:ph type="sldNum" sz="quarter" idx="12"/>
          </p:nvPr>
        </p:nvSpPr>
        <p:spPr/>
        <p:txBody>
          <a:bodyPr/>
          <a:lstStyle/>
          <a:p>
            <a:fld id="{1B366889-D11E-4532-89E3-88F0264B7C97}" type="slidenum">
              <a:rPr lang="es-CO" smtClean="0"/>
              <a:t>‹Nº›</a:t>
            </a:fld>
            <a:endParaRPr lang="es-CO"/>
          </a:p>
        </p:txBody>
      </p:sp>
    </p:spTree>
    <p:extLst>
      <p:ext uri="{BB962C8B-B14F-4D97-AF65-F5344CB8AC3E}">
        <p14:creationId xmlns:p14="http://schemas.microsoft.com/office/powerpoint/2010/main" val="29732937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theme" Target="../theme/theme2.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6.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theme" Target="../theme/theme4.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85915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ru-R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ru-R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7D6697-BF38-4B1B-991E-6DB955C7A7D4}" type="slidenum">
              <a:rPr lang="ru-RU" smtClean="0"/>
              <a:t>‹Nº›</a:t>
            </a:fld>
            <a:endParaRPr lang="ru-RU"/>
          </a:p>
        </p:txBody>
      </p:sp>
    </p:spTree>
    <p:extLst>
      <p:ext uri="{BB962C8B-B14F-4D97-AF65-F5344CB8AC3E}">
        <p14:creationId xmlns:p14="http://schemas.microsoft.com/office/powerpoint/2010/main" val="1825174095"/>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 id="2147483761" r:id="rId13"/>
    <p:sldLayoutId id="2147483762" r:id="rId14"/>
    <p:sldLayoutId id="2147483763" r:id="rId15"/>
    <p:sldLayoutId id="2147483764" r:id="rId16"/>
    <p:sldLayoutId id="2147483765" r:id="rId1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F76EE7-C3C3-4412-A933-629E31A91FEF}" type="slidenum">
              <a:rPr lang="es-CO" smtClean="0"/>
              <a:t>‹Nº›</a:t>
            </a:fld>
            <a:endParaRPr lang="es-CO"/>
          </a:p>
        </p:txBody>
      </p:sp>
    </p:spTree>
    <p:extLst>
      <p:ext uri="{BB962C8B-B14F-4D97-AF65-F5344CB8AC3E}">
        <p14:creationId xmlns:p14="http://schemas.microsoft.com/office/powerpoint/2010/main" val="2558590146"/>
      </p:ext>
    </p:extLst>
  </p:cSld>
  <p:clrMap bg1="lt1" tx1="dk1" bg2="lt2" tx2="dk2" accent1="accent1" accent2="accent2" accent3="accent3" accent4="accent4" accent5="accent5" accent6="accent6" hlink="hlink" folHlink="folHlink"/>
  <p:sldLayoutIdLst>
    <p:sldLayoutId id="2147484017" r:id="rId1"/>
    <p:sldLayoutId id="2147484018" r:id="rId2"/>
    <p:sldLayoutId id="2147484029" r:id="rId3"/>
    <p:sldLayoutId id="2147484028" r:id="rId4"/>
    <p:sldLayoutId id="2147484019" r:id="rId5"/>
    <p:sldLayoutId id="2147484020" r:id="rId6"/>
    <p:sldLayoutId id="2147484021" r:id="rId7"/>
    <p:sldLayoutId id="2147484022" r:id="rId8"/>
    <p:sldLayoutId id="2147484023" r:id="rId9"/>
    <p:sldLayoutId id="2147484024" r:id="rId10"/>
    <p:sldLayoutId id="2147484025" r:id="rId11"/>
    <p:sldLayoutId id="2147484026" r:id="rId12"/>
    <p:sldLayoutId id="2147484027"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5C406F0-5430-481C-A1E8-414346C87E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A9FA538-779A-4A63-98F6-B9477A0E0A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95032B00-7712-4D38-95E3-9F94028F56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02D98A-DE1E-451C-BDE0-A9556E0FA309}" type="datetimeFigureOut">
              <a:rPr lang="es-CO" smtClean="0"/>
              <a:t>5/11/2025</a:t>
            </a:fld>
            <a:endParaRPr lang="es-CO"/>
          </a:p>
        </p:txBody>
      </p:sp>
      <p:sp>
        <p:nvSpPr>
          <p:cNvPr id="5" name="Marcador de pie de página 4">
            <a:extLst>
              <a:ext uri="{FF2B5EF4-FFF2-40B4-BE49-F238E27FC236}">
                <a16:creationId xmlns:a16="http://schemas.microsoft.com/office/drawing/2014/main" id="{ED935543-AEB6-4B4E-84BC-CCCDCDDB40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97A5933C-1214-4BFB-AF9D-E153ECA847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366889-D11E-4532-89E3-88F0264B7C97}" type="slidenum">
              <a:rPr lang="es-CO" smtClean="0"/>
              <a:t>‹Nº›</a:t>
            </a:fld>
            <a:endParaRPr lang="es-CO"/>
          </a:p>
        </p:txBody>
      </p:sp>
    </p:spTree>
    <p:extLst>
      <p:ext uri="{BB962C8B-B14F-4D97-AF65-F5344CB8AC3E}">
        <p14:creationId xmlns:p14="http://schemas.microsoft.com/office/powerpoint/2010/main" val="426304376"/>
      </p:ext>
    </p:extLst>
  </p:cSld>
  <p:clrMap bg1="lt1" tx1="dk1" bg2="lt2" tx2="dk2" accent1="accent1" accent2="accent2" accent3="accent3" accent4="accent4" accent5="accent5" accent6="accent6" hlink="hlink" folHlink="folHlink"/>
  <p:sldLayoutIdLst>
    <p:sldLayoutId id="2147484031" r:id="rId1"/>
    <p:sldLayoutId id="2147484032" r:id="rId2"/>
    <p:sldLayoutId id="2147484033" r:id="rId3"/>
    <p:sldLayoutId id="2147484034" r:id="rId4"/>
    <p:sldLayoutId id="2147484035" r:id="rId5"/>
    <p:sldLayoutId id="2147484036" r:id="rId6"/>
    <p:sldLayoutId id="2147484037" r:id="rId7"/>
    <p:sldLayoutId id="2147484038" r:id="rId8"/>
    <p:sldLayoutId id="2147484039" r:id="rId9"/>
    <p:sldLayoutId id="2147484040" r:id="rId10"/>
    <p:sldLayoutId id="214748404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9.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7.xml"/><Relationship Id="rId6" Type="http://schemas.openxmlformats.org/officeDocument/2006/relationships/image" Target="../media/image4.jpg"/><Relationship Id="rId5" Type="http://schemas.microsoft.com/office/2007/relationships/hdphoto" Target="../media/hdphoto1.wdp"/><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7.xml"/><Relationship Id="rId6" Type="http://schemas.openxmlformats.org/officeDocument/2006/relationships/image" Target="../media/image6.png"/><Relationship Id="rId5" Type="http://schemas.microsoft.com/office/2007/relationships/hdphoto" Target="../media/hdphoto1.wdp"/><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7.xml"/><Relationship Id="rId6" Type="http://schemas.openxmlformats.org/officeDocument/2006/relationships/image" Target="../media/image7.png"/><Relationship Id="rId5" Type="http://schemas.microsoft.com/office/2007/relationships/hdphoto" Target="../media/hdphoto1.wdp"/><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7.xml"/><Relationship Id="rId6" Type="http://schemas.openxmlformats.org/officeDocument/2006/relationships/image" Target="../media/image6.png"/><Relationship Id="rId5" Type="http://schemas.microsoft.com/office/2007/relationships/hdphoto" Target="../media/hdphoto1.wdp"/><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7.xml"/><Relationship Id="rId6" Type="http://schemas.openxmlformats.org/officeDocument/2006/relationships/image" Target="../media/image8.png"/><Relationship Id="rId5" Type="http://schemas.microsoft.com/office/2007/relationships/hdphoto" Target="../media/hdphoto1.wdp"/><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7.xml"/><Relationship Id="rId5" Type="http://schemas.microsoft.com/office/2007/relationships/hdphoto" Target="../media/hdphoto1.wdp"/><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7.xml"/><Relationship Id="rId5" Type="http://schemas.microsoft.com/office/2007/relationships/hdphoto" Target="../media/hdphoto1.wdp"/><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7.xml"/><Relationship Id="rId5" Type="http://schemas.microsoft.com/office/2007/relationships/hdphoto" Target="../media/hdphoto1.wdp"/><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Imagen 28">
            <a:extLst>
              <a:ext uri="{FF2B5EF4-FFF2-40B4-BE49-F238E27FC236}">
                <a16:creationId xmlns:a16="http://schemas.microsoft.com/office/drawing/2014/main" id="{0441BFF7-8F5D-4537-ACA9-B4646EFC3E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749"/>
            <a:ext cx="12192000" cy="6854251"/>
          </a:xfrm>
          <a:prstGeom prst="rect">
            <a:avLst/>
          </a:prstGeom>
        </p:spPr>
      </p:pic>
      <p:grpSp>
        <p:nvGrpSpPr>
          <p:cNvPr id="2" name="Group 1"/>
          <p:cNvGrpSpPr/>
          <p:nvPr/>
        </p:nvGrpSpPr>
        <p:grpSpPr>
          <a:xfrm>
            <a:off x="2364241" y="2423419"/>
            <a:ext cx="3444889" cy="3034868"/>
            <a:chOff x="6983413" y="2806700"/>
            <a:chExt cx="2214563" cy="2344738"/>
          </a:xfrm>
        </p:grpSpPr>
        <p:sp>
          <p:nvSpPr>
            <p:cNvPr id="6" name="Freeform 6"/>
            <p:cNvSpPr>
              <a:spLocks/>
            </p:cNvSpPr>
            <p:nvPr/>
          </p:nvSpPr>
          <p:spPr bwMode="auto">
            <a:xfrm>
              <a:off x="8170863" y="2946400"/>
              <a:ext cx="1027113" cy="1439863"/>
            </a:xfrm>
            <a:custGeom>
              <a:avLst/>
              <a:gdLst>
                <a:gd name="T0" fmla="*/ 0 w 270"/>
                <a:gd name="T1" fmla="*/ 0 h 378"/>
                <a:gd name="T2" fmla="*/ 102 w 270"/>
                <a:gd name="T3" fmla="*/ 35 h 378"/>
                <a:gd name="T4" fmla="*/ 218 w 270"/>
                <a:gd name="T5" fmla="*/ 378 h 378"/>
              </a:gdLst>
              <a:ahLst/>
              <a:cxnLst>
                <a:cxn ang="0">
                  <a:pos x="T0" y="T1"/>
                </a:cxn>
                <a:cxn ang="0">
                  <a:pos x="T2" y="T3"/>
                </a:cxn>
                <a:cxn ang="0">
                  <a:pos x="T4" y="T5"/>
                </a:cxn>
              </a:cxnLst>
              <a:rect l="0" t="0" r="r" b="b"/>
              <a:pathLst>
                <a:path w="270" h="378">
                  <a:moveTo>
                    <a:pt x="0" y="0"/>
                  </a:moveTo>
                  <a:cubicBezTo>
                    <a:pt x="35" y="5"/>
                    <a:pt x="69" y="16"/>
                    <a:pt x="102" y="35"/>
                  </a:cubicBezTo>
                  <a:cubicBezTo>
                    <a:pt x="223" y="105"/>
                    <a:pt x="270" y="252"/>
                    <a:pt x="218" y="378"/>
                  </a:cubicBezTo>
                </a:path>
              </a:pathLst>
            </a:custGeom>
            <a:noFill/>
            <a:ln w="46038" cap="flat">
              <a:solidFill>
                <a:schemeClr val="accent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Open Sans"/>
                <a:ea typeface="+mn-ea"/>
                <a:cs typeface="+mn-cs"/>
              </a:endParaRPr>
            </a:p>
          </p:txBody>
        </p:sp>
        <p:sp>
          <p:nvSpPr>
            <p:cNvPr id="7" name="Freeform 7"/>
            <p:cNvSpPr>
              <a:spLocks/>
            </p:cNvSpPr>
            <p:nvPr/>
          </p:nvSpPr>
          <p:spPr bwMode="auto">
            <a:xfrm>
              <a:off x="6994526" y="2946400"/>
              <a:ext cx="909638" cy="1439863"/>
            </a:xfrm>
            <a:custGeom>
              <a:avLst/>
              <a:gdLst>
                <a:gd name="T0" fmla="*/ 21 w 239"/>
                <a:gd name="T1" fmla="*/ 378 h 378"/>
                <a:gd name="T2" fmla="*/ 0 w 239"/>
                <a:gd name="T3" fmla="*/ 272 h 378"/>
                <a:gd name="T4" fmla="*/ 239 w 239"/>
                <a:gd name="T5" fmla="*/ 0 h 378"/>
              </a:gdLst>
              <a:ahLst/>
              <a:cxnLst>
                <a:cxn ang="0">
                  <a:pos x="T0" y="T1"/>
                </a:cxn>
                <a:cxn ang="0">
                  <a:pos x="T2" y="T3"/>
                </a:cxn>
                <a:cxn ang="0">
                  <a:pos x="T4" y="T5"/>
                </a:cxn>
              </a:cxnLst>
              <a:rect l="0" t="0" r="r" b="b"/>
              <a:pathLst>
                <a:path w="239" h="378">
                  <a:moveTo>
                    <a:pt x="21" y="378"/>
                  </a:moveTo>
                  <a:cubicBezTo>
                    <a:pt x="8" y="345"/>
                    <a:pt x="0" y="310"/>
                    <a:pt x="0" y="272"/>
                  </a:cubicBezTo>
                  <a:cubicBezTo>
                    <a:pt x="0" y="132"/>
                    <a:pt x="105" y="17"/>
                    <a:pt x="239" y="0"/>
                  </a:cubicBezTo>
                </a:path>
              </a:pathLst>
            </a:custGeom>
            <a:noFill/>
            <a:ln w="4603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Open Sans"/>
                <a:ea typeface="+mn-ea"/>
                <a:cs typeface="+mn-cs"/>
              </a:endParaRPr>
            </a:p>
          </p:txBody>
        </p:sp>
        <p:sp>
          <p:nvSpPr>
            <p:cNvPr id="8" name="Freeform 8"/>
            <p:cNvSpPr>
              <a:spLocks/>
            </p:cNvSpPr>
            <p:nvPr/>
          </p:nvSpPr>
          <p:spPr bwMode="auto">
            <a:xfrm>
              <a:off x="7207251" y="4614863"/>
              <a:ext cx="1658938" cy="536575"/>
            </a:xfrm>
            <a:custGeom>
              <a:avLst/>
              <a:gdLst>
                <a:gd name="T0" fmla="*/ 436 w 436"/>
                <a:gd name="T1" fmla="*/ 0 h 141"/>
                <a:gd name="T2" fmla="*/ 355 w 436"/>
                <a:gd name="T3" fmla="*/ 71 h 141"/>
                <a:gd name="T4" fmla="*/ 0 w 436"/>
                <a:gd name="T5" fmla="*/ 0 h 141"/>
              </a:gdLst>
              <a:ahLst/>
              <a:cxnLst>
                <a:cxn ang="0">
                  <a:pos x="T0" y="T1"/>
                </a:cxn>
                <a:cxn ang="0">
                  <a:pos x="T2" y="T3"/>
                </a:cxn>
                <a:cxn ang="0">
                  <a:pos x="T4" y="T5"/>
                </a:cxn>
              </a:cxnLst>
              <a:rect l="0" t="0" r="r" b="b"/>
              <a:pathLst>
                <a:path w="436" h="141">
                  <a:moveTo>
                    <a:pt x="436" y="0"/>
                  </a:moveTo>
                  <a:cubicBezTo>
                    <a:pt x="415" y="28"/>
                    <a:pt x="387" y="52"/>
                    <a:pt x="355" y="71"/>
                  </a:cubicBezTo>
                  <a:cubicBezTo>
                    <a:pt x="234" y="141"/>
                    <a:pt x="82" y="108"/>
                    <a:pt x="0" y="0"/>
                  </a:cubicBezTo>
                </a:path>
              </a:pathLst>
            </a:custGeom>
            <a:noFill/>
            <a:ln w="46038"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Open Sans"/>
                <a:ea typeface="+mn-ea"/>
                <a:cs typeface="+mn-cs"/>
              </a:endParaRPr>
            </a:p>
          </p:txBody>
        </p:sp>
        <p:sp>
          <p:nvSpPr>
            <p:cNvPr id="9" name="Freeform 9"/>
            <p:cNvSpPr>
              <a:spLocks/>
            </p:cNvSpPr>
            <p:nvPr/>
          </p:nvSpPr>
          <p:spPr bwMode="auto">
            <a:xfrm>
              <a:off x="8789988" y="4352925"/>
              <a:ext cx="301625" cy="300038"/>
            </a:xfrm>
            <a:custGeom>
              <a:avLst/>
              <a:gdLst>
                <a:gd name="T0" fmla="*/ 56 w 79"/>
                <a:gd name="T1" fmla="*/ 10 h 79"/>
                <a:gd name="T2" fmla="*/ 69 w 79"/>
                <a:gd name="T3" fmla="*/ 57 h 79"/>
                <a:gd name="T4" fmla="*/ 22 w 79"/>
                <a:gd name="T5" fmla="*/ 70 h 79"/>
                <a:gd name="T6" fmla="*/ 9 w 79"/>
                <a:gd name="T7" fmla="*/ 23 h 79"/>
                <a:gd name="T8" fmla="*/ 56 w 79"/>
                <a:gd name="T9" fmla="*/ 10 h 79"/>
              </a:gdLst>
              <a:ahLst/>
              <a:cxnLst>
                <a:cxn ang="0">
                  <a:pos x="T0" y="T1"/>
                </a:cxn>
                <a:cxn ang="0">
                  <a:pos x="T2" y="T3"/>
                </a:cxn>
                <a:cxn ang="0">
                  <a:pos x="T4" y="T5"/>
                </a:cxn>
                <a:cxn ang="0">
                  <a:pos x="T6" y="T7"/>
                </a:cxn>
                <a:cxn ang="0">
                  <a:pos x="T8" y="T9"/>
                </a:cxn>
              </a:cxnLst>
              <a:rect l="0" t="0" r="r" b="b"/>
              <a:pathLst>
                <a:path w="79" h="79">
                  <a:moveTo>
                    <a:pt x="56" y="10"/>
                  </a:moveTo>
                  <a:cubicBezTo>
                    <a:pt x="73" y="19"/>
                    <a:pt x="79" y="41"/>
                    <a:pt x="69" y="57"/>
                  </a:cubicBezTo>
                  <a:cubicBezTo>
                    <a:pt x="60" y="74"/>
                    <a:pt x="38" y="79"/>
                    <a:pt x="22" y="70"/>
                  </a:cubicBezTo>
                  <a:cubicBezTo>
                    <a:pt x="5" y="60"/>
                    <a:pt x="0" y="39"/>
                    <a:pt x="9" y="23"/>
                  </a:cubicBezTo>
                  <a:cubicBezTo>
                    <a:pt x="19" y="6"/>
                    <a:pt x="40" y="0"/>
                    <a:pt x="56" y="10"/>
                  </a:cubicBezTo>
                  <a:close/>
                </a:path>
              </a:pathLst>
            </a:custGeom>
            <a:noFill/>
            <a:ln w="46038" cap="flat">
              <a:solidFill>
                <a:schemeClr val="accent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Open Sans"/>
                <a:ea typeface="+mn-ea"/>
                <a:cs typeface="+mn-cs"/>
              </a:endParaRPr>
            </a:p>
          </p:txBody>
        </p:sp>
        <p:sp>
          <p:nvSpPr>
            <p:cNvPr id="10" name="Oval 10"/>
            <p:cNvSpPr>
              <a:spLocks noChangeArrowheads="1"/>
            </p:cNvSpPr>
            <p:nvPr/>
          </p:nvSpPr>
          <p:spPr bwMode="auto">
            <a:xfrm>
              <a:off x="7904163" y="2806700"/>
              <a:ext cx="266700" cy="266700"/>
            </a:xfrm>
            <a:prstGeom prst="ellipse">
              <a:avLst/>
            </a:prstGeom>
            <a:noFill/>
            <a:ln w="4603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Open Sans"/>
                <a:ea typeface="+mn-ea"/>
                <a:cs typeface="+mn-cs"/>
              </a:endParaRPr>
            </a:p>
          </p:txBody>
        </p:sp>
        <p:sp>
          <p:nvSpPr>
            <p:cNvPr id="11" name="Freeform 11"/>
            <p:cNvSpPr>
              <a:spLocks/>
            </p:cNvSpPr>
            <p:nvPr/>
          </p:nvSpPr>
          <p:spPr bwMode="auto">
            <a:xfrm>
              <a:off x="6983413" y="4352925"/>
              <a:ext cx="300038" cy="300038"/>
            </a:xfrm>
            <a:custGeom>
              <a:avLst/>
              <a:gdLst>
                <a:gd name="T0" fmla="*/ 57 w 79"/>
                <a:gd name="T1" fmla="*/ 70 h 79"/>
                <a:gd name="T2" fmla="*/ 10 w 79"/>
                <a:gd name="T3" fmla="*/ 57 h 79"/>
                <a:gd name="T4" fmla="*/ 23 w 79"/>
                <a:gd name="T5" fmla="*/ 10 h 79"/>
                <a:gd name="T6" fmla="*/ 70 w 79"/>
                <a:gd name="T7" fmla="*/ 23 h 79"/>
                <a:gd name="T8" fmla="*/ 57 w 79"/>
                <a:gd name="T9" fmla="*/ 70 h 79"/>
              </a:gdLst>
              <a:ahLst/>
              <a:cxnLst>
                <a:cxn ang="0">
                  <a:pos x="T0" y="T1"/>
                </a:cxn>
                <a:cxn ang="0">
                  <a:pos x="T2" y="T3"/>
                </a:cxn>
                <a:cxn ang="0">
                  <a:pos x="T4" y="T5"/>
                </a:cxn>
                <a:cxn ang="0">
                  <a:pos x="T6" y="T7"/>
                </a:cxn>
                <a:cxn ang="0">
                  <a:pos x="T8" y="T9"/>
                </a:cxn>
              </a:cxnLst>
              <a:rect l="0" t="0" r="r" b="b"/>
              <a:pathLst>
                <a:path w="79" h="79">
                  <a:moveTo>
                    <a:pt x="57" y="70"/>
                  </a:moveTo>
                  <a:cubicBezTo>
                    <a:pt x="41" y="79"/>
                    <a:pt x="19" y="74"/>
                    <a:pt x="10" y="57"/>
                  </a:cubicBezTo>
                  <a:cubicBezTo>
                    <a:pt x="0" y="41"/>
                    <a:pt x="6" y="19"/>
                    <a:pt x="23" y="10"/>
                  </a:cubicBezTo>
                  <a:cubicBezTo>
                    <a:pt x="39" y="0"/>
                    <a:pt x="60" y="6"/>
                    <a:pt x="70" y="23"/>
                  </a:cubicBezTo>
                  <a:cubicBezTo>
                    <a:pt x="79" y="39"/>
                    <a:pt x="74" y="60"/>
                    <a:pt x="57" y="70"/>
                  </a:cubicBezTo>
                  <a:close/>
                </a:path>
              </a:pathLst>
            </a:custGeom>
            <a:noFill/>
            <a:ln w="46038"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Open Sans"/>
                <a:ea typeface="+mn-ea"/>
                <a:cs typeface="+mn-cs"/>
              </a:endParaRPr>
            </a:p>
          </p:txBody>
        </p:sp>
        <p:sp>
          <p:nvSpPr>
            <p:cNvPr id="12" name="Freeform 12"/>
            <p:cNvSpPr>
              <a:spLocks/>
            </p:cNvSpPr>
            <p:nvPr/>
          </p:nvSpPr>
          <p:spPr bwMode="auto">
            <a:xfrm>
              <a:off x="8866188" y="4429125"/>
              <a:ext cx="149225" cy="147638"/>
            </a:xfrm>
            <a:custGeom>
              <a:avLst/>
              <a:gdLst>
                <a:gd name="T0" fmla="*/ 28 w 39"/>
                <a:gd name="T1" fmla="*/ 5 h 39"/>
                <a:gd name="T2" fmla="*/ 34 w 39"/>
                <a:gd name="T3" fmla="*/ 28 h 39"/>
                <a:gd name="T4" fmla="*/ 11 w 39"/>
                <a:gd name="T5" fmla="*/ 35 h 39"/>
                <a:gd name="T6" fmla="*/ 4 w 39"/>
                <a:gd name="T7" fmla="*/ 11 h 39"/>
                <a:gd name="T8" fmla="*/ 28 w 39"/>
                <a:gd name="T9" fmla="*/ 5 h 39"/>
              </a:gdLst>
              <a:ahLst/>
              <a:cxnLst>
                <a:cxn ang="0">
                  <a:pos x="T0" y="T1"/>
                </a:cxn>
                <a:cxn ang="0">
                  <a:pos x="T2" y="T3"/>
                </a:cxn>
                <a:cxn ang="0">
                  <a:pos x="T4" y="T5"/>
                </a:cxn>
                <a:cxn ang="0">
                  <a:pos x="T6" y="T7"/>
                </a:cxn>
                <a:cxn ang="0">
                  <a:pos x="T8" y="T9"/>
                </a:cxn>
              </a:cxnLst>
              <a:rect l="0" t="0" r="r" b="b"/>
              <a:pathLst>
                <a:path w="39" h="39">
                  <a:moveTo>
                    <a:pt x="28" y="5"/>
                  </a:moveTo>
                  <a:cubicBezTo>
                    <a:pt x="36" y="10"/>
                    <a:pt x="39" y="20"/>
                    <a:pt x="34" y="28"/>
                  </a:cubicBezTo>
                  <a:cubicBezTo>
                    <a:pt x="29" y="37"/>
                    <a:pt x="19" y="39"/>
                    <a:pt x="11" y="35"/>
                  </a:cubicBezTo>
                  <a:cubicBezTo>
                    <a:pt x="2" y="30"/>
                    <a:pt x="0" y="19"/>
                    <a:pt x="4" y="11"/>
                  </a:cubicBezTo>
                  <a:cubicBezTo>
                    <a:pt x="9" y="3"/>
                    <a:pt x="20" y="0"/>
                    <a:pt x="28" y="5"/>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Open Sans"/>
                <a:ea typeface="+mn-ea"/>
                <a:cs typeface="+mn-cs"/>
              </a:endParaRPr>
            </a:p>
          </p:txBody>
        </p:sp>
        <p:sp>
          <p:nvSpPr>
            <p:cNvPr id="13" name="Oval 13"/>
            <p:cNvSpPr>
              <a:spLocks noChangeArrowheads="1"/>
            </p:cNvSpPr>
            <p:nvPr/>
          </p:nvSpPr>
          <p:spPr bwMode="auto">
            <a:xfrm>
              <a:off x="7972426" y="2874963"/>
              <a:ext cx="130175" cy="128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Open Sans"/>
                <a:ea typeface="+mn-ea"/>
                <a:cs typeface="+mn-cs"/>
              </a:endParaRPr>
            </a:p>
          </p:txBody>
        </p:sp>
        <p:sp>
          <p:nvSpPr>
            <p:cNvPr id="14" name="Freeform 14"/>
            <p:cNvSpPr>
              <a:spLocks/>
            </p:cNvSpPr>
            <p:nvPr/>
          </p:nvSpPr>
          <p:spPr bwMode="auto">
            <a:xfrm>
              <a:off x="7059613" y="4429125"/>
              <a:ext cx="147638" cy="147638"/>
            </a:xfrm>
            <a:custGeom>
              <a:avLst/>
              <a:gdLst>
                <a:gd name="T0" fmla="*/ 28 w 39"/>
                <a:gd name="T1" fmla="*/ 35 h 39"/>
                <a:gd name="T2" fmla="*/ 5 w 39"/>
                <a:gd name="T3" fmla="*/ 28 h 39"/>
                <a:gd name="T4" fmla="*/ 11 w 39"/>
                <a:gd name="T5" fmla="*/ 5 h 39"/>
                <a:gd name="T6" fmla="*/ 35 w 39"/>
                <a:gd name="T7" fmla="*/ 11 h 39"/>
                <a:gd name="T8" fmla="*/ 28 w 39"/>
                <a:gd name="T9" fmla="*/ 35 h 39"/>
              </a:gdLst>
              <a:ahLst/>
              <a:cxnLst>
                <a:cxn ang="0">
                  <a:pos x="T0" y="T1"/>
                </a:cxn>
                <a:cxn ang="0">
                  <a:pos x="T2" y="T3"/>
                </a:cxn>
                <a:cxn ang="0">
                  <a:pos x="T4" y="T5"/>
                </a:cxn>
                <a:cxn ang="0">
                  <a:pos x="T6" y="T7"/>
                </a:cxn>
                <a:cxn ang="0">
                  <a:pos x="T8" y="T9"/>
                </a:cxn>
              </a:cxnLst>
              <a:rect l="0" t="0" r="r" b="b"/>
              <a:pathLst>
                <a:path w="39" h="39">
                  <a:moveTo>
                    <a:pt x="28" y="35"/>
                  </a:moveTo>
                  <a:cubicBezTo>
                    <a:pt x="20" y="39"/>
                    <a:pt x="10" y="37"/>
                    <a:pt x="5" y="28"/>
                  </a:cubicBezTo>
                  <a:cubicBezTo>
                    <a:pt x="0" y="20"/>
                    <a:pt x="3" y="10"/>
                    <a:pt x="11" y="5"/>
                  </a:cubicBezTo>
                  <a:cubicBezTo>
                    <a:pt x="20" y="0"/>
                    <a:pt x="30" y="3"/>
                    <a:pt x="35" y="11"/>
                  </a:cubicBezTo>
                  <a:cubicBezTo>
                    <a:pt x="39" y="19"/>
                    <a:pt x="37" y="30"/>
                    <a:pt x="28" y="35"/>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Open Sans"/>
                <a:ea typeface="+mn-ea"/>
                <a:cs typeface="+mn-cs"/>
              </a:endParaRPr>
            </a:p>
          </p:txBody>
        </p:sp>
      </p:grpSp>
      <p:grpSp>
        <p:nvGrpSpPr>
          <p:cNvPr id="5" name="Group 4"/>
          <p:cNvGrpSpPr/>
          <p:nvPr/>
        </p:nvGrpSpPr>
        <p:grpSpPr>
          <a:xfrm>
            <a:off x="5528069" y="4311657"/>
            <a:ext cx="1838325" cy="1830388"/>
            <a:chOff x="9132888" y="4238625"/>
            <a:chExt cx="1838325" cy="1830388"/>
          </a:xfrm>
        </p:grpSpPr>
        <p:sp>
          <p:nvSpPr>
            <p:cNvPr id="15" name="Freeform 15"/>
            <p:cNvSpPr>
              <a:spLocks/>
            </p:cNvSpPr>
            <p:nvPr/>
          </p:nvSpPr>
          <p:spPr bwMode="auto">
            <a:xfrm>
              <a:off x="9132888" y="4238625"/>
              <a:ext cx="1838325" cy="1830388"/>
            </a:xfrm>
            <a:custGeom>
              <a:avLst/>
              <a:gdLst>
                <a:gd name="T0" fmla="*/ 132 w 483"/>
                <a:gd name="T1" fmla="*/ 422 h 481"/>
                <a:gd name="T2" fmla="*/ 424 w 483"/>
                <a:gd name="T3" fmla="*/ 344 h 481"/>
                <a:gd name="T4" fmla="*/ 346 w 483"/>
                <a:gd name="T5" fmla="*/ 53 h 481"/>
                <a:gd name="T6" fmla="*/ 77 w 483"/>
                <a:gd name="T7" fmla="*/ 99 h 481"/>
                <a:gd name="T8" fmla="*/ 0 w 483"/>
                <a:gd name="T9" fmla="*/ 99 h 481"/>
                <a:gd name="T10" fmla="*/ 38 w 483"/>
                <a:gd name="T11" fmla="*/ 166 h 481"/>
                <a:gd name="T12" fmla="*/ 132 w 483"/>
                <a:gd name="T13" fmla="*/ 422 h 481"/>
              </a:gdLst>
              <a:ahLst/>
              <a:cxnLst>
                <a:cxn ang="0">
                  <a:pos x="T0" y="T1"/>
                </a:cxn>
                <a:cxn ang="0">
                  <a:pos x="T2" y="T3"/>
                </a:cxn>
                <a:cxn ang="0">
                  <a:pos x="T4" y="T5"/>
                </a:cxn>
                <a:cxn ang="0">
                  <a:pos x="T6" y="T7"/>
                </a:cxn>
                <a:cxn ang="0">
                  <a:pos x="T8" y="T9"/>
                </a:cxn>
                <a:cxn ang="0">
                  <a:pos x="T10" y="T11"/>
                </a:cxn>
                <a:cxn ang="0">
                  <a:pos x="T12" y="T13"/>
                </a:cxn>
              </a:cxnLst>
              <a:rect l="0" t="0" r="r" b="b"/>
              <a:pathLst>
                <a:path w="483" h="481">
                  <a:moveTo>
                    <a:pt x="132" y="422"/>
                  </a:moveTo>
                  <a:cubicBezTo>
                    <a:pt x="234" y="481"/>
                    <a:pt x="365" y="446"/>
                    <a:pt x="424" y="344"/>
                  </a:cubicBezTo>
                  <a:cubicBezTo>
                    <a:pt x="483" y="242"/>
                    <a:pt x="448" y="111"/>
                    <a:pt x="346" y="53"/>
                  </a:cubicBezTo>
                  <a:cubicBezTo>
                    <a:pt x="255" y="0"/>
                    <a:pt x="142" y="22"/>
                    <a:pt x="77" y="99"/>
                  </a:cubicBezTo>
                  <a:cubicBezTo>
                    <a:pt x="0" y="99"/>
                    <a:pt x="0" y="99"/>
                    <a:pt x="0" y="99"/>
                  </a:cubicBezTo>
                  <a:cubicBezTo>
                    <a:pt x="38" y="166"/>
                    <a:pt x="38" y="166"/>
                    <a:pt x="38" y="166"/>
                  </a:cubicBezTo>
                  <a:cubicBezTo>
                    <a:pt x="4" y="261"/>
                    <a:pt x="42" y="370"/>
                    <a:pt x="132" y="422"/>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Open Sans"/>
                <a:ea typeface="+mn-ea"/>
                <a:cs typeface="+mn-cs"/>
              </a:endParaRPr>
            </a:p>
          </p:txBody>
        </p:sp>
        <p:sp>
          <p:nvSpPr>
            <p:cNvPr id="18" name="Oval 18"/>
            <p:cNvSpPr>
              <a:spLocks noChangeArrowheads="1"/>
            </p:cNvSpPr>
            <p:nvPr/>
          </p:nvSpPr>
          <p:spPr bwMode="auto">
            <a:xfrm>
              <a:off x="9448801" y="4546600"/>
              <a:ext cx="1190625" cy="1192213"/>
            </a:xfrm>
            <a:prstGeom prst="ellipse">
              <a:avLst/>
            </a:prstGeom>
            <a:solidFill>
              <a:schemeClr val="bg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Open Sans"/>
                <a:ea typeface="+mn-ea"/>
                <a:cs typeface="+mn-cs"/>
              </a:endParaRPr>
            </a:p>
          </p:txBody>
        </p:sp>
      </p:grpSp>
      <p:grpSp>
        <p:nvGrpSpPr>
          <p:cNvPr id="4" name="Group 3"/>
          <p:cNvGrpSpPr/>
          <p:nvPr/>
        </p:nvGrpSpPr>
        <p:grpSpPr>
          <a:xfrm>
            <a:off x="3203192" y="680130"/>
            <a:ext cx="1620838" cy="1865313"/>
            <a:chOff x="7226301" y="852488"/>
            <a:chExt cx="1620838" cy="1865313"/>
          </a:xfrm>
        </p:grpSpPr>
        <p:sp>
          <p:nvSpPr>
            <p:cNvPr id="16" name="Freeform 16"/>
            <p:cNvSpPr>
              <a:spLocks/>
            </p:cNvSpPr>
            <p:nvPr/>
          </p:nvSpPr>
          <p:spPr bwMode="auto">
            <a:xfrm>
              <a:off x="7226301" y="852488"/>
              <a:ext cx="1620838" cy="1865313"/>
            </a:xfrm>
            <a:custGeom>
              <a:avLst/>
              <a:gdLst>
                <a:gd name="T0" fmla="*/ 426 w 426"/>
                <a:gd name="T1" fmla="*/ 213 h 490"/>
                <a:gd name="T2" fmla="*/ 213 w 426"/>
                <a:gd name="T3" fmla="*/ 0 h 490"/>
                <a:gd name="T4" fmla="*/ 0 w 426"/>
                <a:gd name="T5" fmla="*/ 213 h 490"/>
                <a:gd name="T6" fmla="*/ 174 w 426"/>
                <a:gd name="T7" fmla="*/ 423 h 490"/>
                <a:gd name="T8" fmla="*/ 213 w 426"/>
                <a:gd name="T9" fmla="*/ 490 h 490"/>
                <a:gd name="T10" fmla="*/ 252 w 426"/>
                <a:gd name="T11" fmla="*/ 423 h 490"/>
                <a:gd name="T12" fmla="*/ 426 w 426"/>
                <a:gd name="T13" fmla="*/ 213 h 490"/>
              </a:gdLst>
              <a:ahLst/>
              <a:cxnLst>
                <a:cxn ang="0">
                  <a:pos x="T0" y="T1"/>
                </a:cxn>
                <a:cxn ang="0">
                  <a:pos x="T2" y="T3"/>
                </a:cxn>
                <a:cxn ang="0">
                  <a:pos x="T4" y="T5"/>
                </a:cxn>
                <a:cxn ang="0">
                  <a:pos x="T6" y="T7"/>
                </a:cxn>
                <a:cxn ang="0">
                  <a:pos x="T8" y="T9"/>
                </a:cxn>
                <a:cxn ang="0">
                  <a:pos x="T10" y="T11"/>
                </a:cxn>
                <a:cxn ang="0">
                  <a:pos x="T12" y="T13"/>
                </a:cxn>
              </a:cxnLst>
              <a:rect l="0" t="0" r="r" b="b"/>
              <a:pathLst>
                <a:path w="426" h="490">
                  <a:moveTo>
                    <a:pt x="426" y="213"/>
                  </a:moveTo>
                  <a:cubicBezTo>
                    <a:pt x="426" y="96"/>
                    <a:pt x="331" y="0"/>
                    <a:pt x="213" y="0"/>
                  </a:cubicBezTo>
                  <a:cubicBezTo>
                    <a:pt x="95" y="0"/>
                    <a:pt x="0" y="96"/>
                    <a:pt x="0" y="213"/>
                  </a:cubicBezTo>
                  <a:cubicBezTo>
                    <a:pt x="0" y="318"/>
                    <a:pt x="75" y="405"/>
                    <a:pt x="174" y="423"/>
                  </a:cubicBezTo>
                  <a:cubicBezTo>
                    <a:pt x="213" y="490"/>
                    <a:pt x="213" y="490"/>
                    <a:pt x="213" y="490"/>
                  </a:cubicBezTo>
                  <a:cubicBezTo>
                    <a:pt x="252" y="423"/>
                    <a:pt x="252" y="423"/>
                    <a:pt x="252" y="423"/>
                  </a:cubicBezTo>
                  <a:cubicBezTo>
                    <a:pt x="351" y="405"/>
                    <a:pt x="426" y="318"/>
                    <a:pt x="426" y="21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Open Sans"/>
                <a:ea typeface="+mn-ea"/>
                <a:cs typeface="+mn-cs"/>
              </a:endParaRPr>
            </a:p>
          </p:txBody>
        </p:sp>
        <p:sp>
          <p:nvSpPr>
            <p:cNvPr id="19" name="Oval 19"/>
            <p:cNvSpPr>
              <a:spLocks noChangeArrowheads="1"/>
            </p:cNvSpPr>
            <p:nvPr/>
          </p:nvSpPr>
          <p:spPr bwMode="auto">
            <a:xfrm>
              <a:off x="7443788" y="1069975"/>
              <a:ext cx="1187450" cy="1187450"/>
            </a:xfrm>
            <a:prstGeom prst="ellipse">
              <a:avLst/>
            </a:prstGeom>
            <a:solidFill>
              <a:schemeClr val="bg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srgbClr val="FFFFFF"/>
                </a:solidFill>
                <a:effectLst/>
                <a:uLnTx/>
                <a:uFillTx/>
                <a:latin typeface="Open Sans"/>
                <a:ea typeface="+mn-ea"/>
                <a:cs typeface="+mn-cs"/>
              </a:endParaRPr>
            </a:p>
          </p:txBody>
        </p:sp>
      </p:grpSp>
      <p:grpSp>
        <p:nvGrpSpPr>
          <p:cNvPr id="3" name="Group 2"/>
          <p:cNvGrpSpPr/>
          <p:nvPr/>
        </p:nvGrpSpPr>
        <p:grpSpPr>
          <a:xfrm>
            <a:off x="730983" y="4300544"/>
            <a:ext cx="1838325" cy="1830388"/>
            <a:chOff x="5103813" y="4238625"/>
            <a:chExt cx="1838325" cy="1830388"/>
          </a:xfrm>
        </p:grpSpPr>
        <p:sp>
          <p:nvSpPr>
            <p:cNvPr id="17" name="Freeform 17"/>
            <p:cNvSpPr>
              <a:spLocks/>
            </p:cNvSpPr>
            <p:nvPr/>
          </p:nvSpPr>
          <p:spPr bwMode="auto">
            <a:xfrm>
              <a:off x="5103813" y="4238625"/>
              <a:ext cx="1838325" cy="1830388"/>
            </a:xfrm>
            <a:custGeom>
              <a:avLst/>
              <a:gdLst>
                <a:gd name="T0" fmla="*/ 137 w 483"/>
                <a:gd name="T1" fmla="*/ 53 h 481"/>
                <a:gd name="T2" fmla="*/ 59 w 483"/>
                <a:gd name="T3" fmla="*/ 344 h 481"/>
                <a:gd name="T4" fmla="*/ 351 w 483"/>
                <a:gd name="T5" fmla="*/ 422 h 481"/>
                <a:gd name="T6" fmla="*/ 445 w 483"/>
                <a:gd name="T7" fmla="*/ 166 h 481"/>
                <a:gd name="T8" fmla="*/ 483 w 483"/>
                <a:gd name="T9" fmla="*/ 99 h 481"/>
                <a:gd name="T10" fmla="*/ 406 w 483"/>
                <a:gd name="T11" fmla="*/ 99 h 481"/>
                <a:gd name="T12" fmla="*/ 137 w 483"/>
                <a:gd name="T13" fmla="*/ 53 h 481"/>
              </a:gdLst>
              <a:ahLst/>
              <a:cxnLst>
                <a:cxn ang="0">
                  <a:pos x="T0" y="T1"/>
                </a:cxn>
                <a:cxn ang="0">
                  <a:pos x="T2" y="T3"/>
                </a:cxn>
                <a:cxn ang="0">
                  <a:pos x="T4" y="T5"/>
                </a:cxn>
                <a:cxn ang="0">
                  <a:pos x="T6" y="T7"/>
                </a:cxn>
                <a:cxn ang="0">
                  <a:pos x="T8" y="T9"/>
                </a:cxn>
                <a:cxn ang="0">
                  <a:pos x="T10" y="T11"/>
                </a:cxn>
                <a:cxn ang="0">
                  <a:pos x="T12" y="T13"/>
                </a:cxn>
              </a:cxnLst>
              <a:rect l="0" t="0" r="r" b="b"/>
              <a:pathLst>
                <a:path w="483" h="481">
                  <a:moveTo>
                    <a:pt x="137" y="53"/>
                  </a:moveTo>
                  <a:cubicBezTo>
                    <a:pt x="35" y="111"/>
                    <a:pt x="0" y="242"/>
                    <a:pt x="59" y="344"/>
                  </a:cubicBezTo>
                  <a:cubicBezTo>
                    <a:pt x="118" y="446"/>
                    <a:pt x="249" y="481"/>
                    <a:pt x="351" y="422"/>
                  </a:cubicBezTo>
                  <a:cubicBezTo>
                    <a:pt x="441" y="370"/>
                    <a:pt x="479" y="261"/>
                    <a:pt x="445" y="166"/>
                  </a:cubicBezTo>
                  <a:cubicBezTo>
                    <a:pt x="483" y="99"/>
                    <a:pt x="483" y="99"/>
                    <a:pt x="483" y="99"/>
                  </a:cubicBezTo>
                  <a:cubicBezTo>
                    <a:pt x="406" y="99"/>
                    <a:pt x="406" y="99"/>
                    <a:pt x="406" y="99"/>
                  </a:cubicBezTo>
                  <a:cubicBezTo>
                    <a:pt x="341" y="22"/>
                    <a:pt x="228" y="0"/>
                    <a:pt x="137" y="5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Open Sans"/>
                <a:ea typeface="+mn-ea"/>
                <a:cs typeface="+mn-cs"/>
              </a:endParaRPr>
            </a:p>
          </p:txBody>
        </p:sp>
        <p:sp>
          <p:nvSpPr>
            <p:cNvPr id="20" name="Oval 20"/>
            <p:cNvSpPr>
              <a:spLocks noChangeArrowheads="1"/>
            </p:cNvSpPr>
            <p:nvPr/>
          </p:nvSpPr>
          <p:spPr bwMode="auto">
            <a:xfrm>
              <a:off x="5435601" y="4546600"/>
              <a:ext cx="1190625" cy="1192213"/>
            </a:xfrm>
            <a:prstGeom prst="ellipse">
              <a:avLst/>
            </a:prstGeom>
            <a:solidFill>
              <a:schemeClr val="bg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Open Sans"/>
                <a:ea typeface="+mn-ea"/>
                <a:cs typeface="+mn-cs"/>
              </a:endParaRPr>
            </a:p>
          </p:txBody>
        </p:sp>
      </p:grpSp>
      <p:sp>
        <p:nvSpPr>
          <p:cNvPr id="21" name="Freeform 21"/>
          <p:cNvSpPr>
            <a:spLocks noEditPoints="1"/>
          </p:cNvSpPr>
          <p:nvPr/>
        </p:nvSpPr>
        <p:spPr bwMode="auto">
          <a:xfrm>
            <a:off x="3723114" y="1153212"/>
            <a:ext cx="600075" cy="685800"/>
          </a:xfrm>
          <a:custGeom>
            <a:avLst/>
            <a:gdLst>
              <a:gd name="T0" fmla="*/ 50 w 158"/>
              <a:gd name="T1" fmla="*/ 140 h 180"/>
              <a:gd name="T2" fmla="*/ 38 w 158"/>
              <a:gd name="T3" fmla="*/ 108 h 180"/>
              <a:gd name="T4" fmla="*/ 29 w 158"/>
              <a:gd name="T5" fmla="*/ 80 h 180"/>
              <a:gd name="T6" fmla="*/ 79 w 158"/>
              <a:gd name="T7" fmla="*/ 31 h 180"/>
              <a:gd name="T8" fmla="*/ 129 w 158"/>
              <a:gd name="T9" fmla="*/ 80 h 180"/>
              <a:gd name="T10" fmla="*/ 121 w 158"/>
              <a:gd name="T11" fmla="*/ 108 h 180"/>
              <a:gd name="T12" fmla="*/ 108 w 158"/>
              <a:gd name="T13" fmla="*/ 135 h 180"/>
              <a:gd name="T14" fmla="*/ 79 w 158"/>
              <a:gd name="T15" fmla="*/ 50 h 180"/>
              <a:gd name="T16" fmla="*/ 49 w 158"/>
              <a:gd name="T17" fmla="*/ 80 h 180"/>
              <a:gd name="T18" fmla="*/ 79 w 158"/>
              <a:gd name="T19" fmla="*/ 110 h 180"/>
              <a:gd name="T20" fmla="*/ 109 w 158"/>
              <a:gd name="T21" fmla="*/ 80 h 180"/>
              <a:gd name="T22" fmla="*/ 79 w 158"/>
              <a:gd name="T23" fmla="*/ 50 h 180"/>
              <a:gd name="T24" fmla="*/ 68 w 158"/>
              <a:gd name="T25" fmla="*/ 85 h 180"/>
              <a:gd name="T26" fmla="*/ 76 w 158"/>
              <a:gd name="T27" fmla="*/ 95 h 180"/>
              <a:gd name="T28" fmla="*/ 90 w 158"/>
              <a:gd name="T29" fmla="*/ 70 h 180"/>
              <a:gd name="T30" fmla="*/ 79 w 158"/>
              <a:gd name="T31" fmla="*/ 15 h 180"/>
              <a:gd name="T32" fmla="*/ 79 w 158"/>
              <a:gd name="T33" fmla="*/ 0 h 180"/>
              <a:gd name="T34" fmla="*/ 47 w 158"/>
              <a:gd name="T35" fmla="*/ 24 h 180"/>
              <a:gd name="T36" fmla="*/ 39 w 158"/>
              <a:gd name="T37" fmla="*/ 11 h 180"/>
              <a:gd name="T38" fmla="*/ 10 w 158"/>
              <a:gd name="T39" fmla="*/ 40 h 180"/>
              <a:gd name="T40" fmla="*/ 24 w 158"/>
              <a:gd name="T41" fmla="*/ 48 h 180"/>
              <a:gd name="T42" fmla="*/ 0 w 158"/>
              <a:gd name="T43" fmla="*/ 80 h 180"/>
              <a:gd name="T44" fmla="*/ 15 w 158"/>
              <a:gd name="T45" fmla="*/ 80 h 180"/>
              <a:gd name="T46" fmla="*/ 119 w 158"/>
              <a:gd name="T47" fmla="*/ 11 h 180"/>
              <a:gd name="T48" fmla="*/ 111 w 158"/>
              <a:gd name="T49" fmla="*/ 24 h 180"/>
              <a:gd name="T50" fmla="*/ 148 w 158"/>
              <a:gd name="T51" fmla="*/ 40 h 180"/>
              <a:gd name="T52" fmla="*/ 134 w 158"/>
              <a:gd name="T53" fmla="*/ 48 h 180"/>
              <a:gd name="T54" fmla="*/ 143 w 158"/>
              <a:gd name="T55" fmla="*/ 80 h 180"/>
              <a:gd name="T56" fmla="*/ 158 w 158"/>
              <a:gd name="T57" fmla="*/ 80 h 180"/>
              <a:gd name="T58" fmla="*/ 97 w 158"/>
              <a:gd name="T59" fmla="*/ 144 h 180"/>
              <a:gd name="T60" fmla="*/ 58 w 158"/>
              <a:gd name="T61" fmla="*/ 155 h 180"/>
              <a:gd name="T62" fmla="*/ 53 w 158"/>
              <a:gd name="T63" fmla="*/ 161 h 180"/>
              <a:gd name="T64" fmla="*/ 60 w 158"/>
              <a:gd name="T65" fmla="*/ 168 h 180"/>
              <a:gd name="T66" fmla="*/ 63 w 158"/>
              <a:gd name="T67" fmla="*/ 167 h 180"/>
              <a:gd name="T68" fmla="*/ 97 w 158"/>
              <a:gd name="T69" fmla="*/ 158 h 180"/>
              <a:gd name="T70" fmla="*/ 97 w 158"/>
              <a:gd name="T71" fmla="*/ 158 h 180"/>
              <a:gd name="T72" fmla="*/ 98 w 158"/>
              <a:gd name="T73" fmla="*/ 158 h 180"/>
              <a:gd name="T74" fmla="*/ 105 w 158"/>
              <a:gd name="T75" fmla="*/ 164 h 180"/>
              <a:gd name="T76" fmla="*/ 101 w 158"/>
              <a:gd name="T77" fmla="*/ 170 h 180"/>
              <a:gd name="T78" fmla="*/ 67 w 158"/>
              <a:gd name="T79"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58" h="180">
                <a:moveTo>
                  <a:pt x="50" y="140"/>
                </a:moveTo>
                <a:cubicBezTo>
                  <a:pt x="51" y="132"/>
                  <a:pt x="48" y="124"/>
                  <a:pt x="38" y="108"/>
                </a:cubicBezTo>
                <a:cubicBezTo>
                  <a:pt x="32" y="100"/>
                  <a:pt x="29" y="90"/>
                  <a:pt x="29" y="80"/>
                </a:cubicBezTo>
                <a:cubicBezTo>
                  <a:pt x="29" y="53"/>
                  <a:pt x="52" y="31"/>
                  <a:pt x="79" y="31"/>
                </a:cubicBezTo>
                <a:cubicBezTo>
                  <a:pt x="106" y="31"/>
                  <a:pt x="129" y="53"/>
                  <a:pt x="129" y="80"/>
                </a:cubicBezTo>
                <a:cubicBezTo>
                  <a:pt x="129" y="90"/>
                  <a:pt x="126" y="100"/>
                  <a:pt x="121" y="108"/>
                </a:cubicBezTo>
                <a:cubicBezTo>
                  <a:pt x="112" y="120"/>
                  <a:pt x="109" y="128"/>
                  <a:pt x="108" y="135"/>
                </a:cubicBezTo>
                <a:moveTo>
                  <a:pt x="79" y="50"/>
                </a:moveTo>
                <a:cubicBezTo>
                  <a:pt x="63" y="50"/>
                  <a:pt x="49" y="63"/>
                  <a:pt x="49" y="80"/>
                </a:cubicBezTo>
                <a:cubicBezTo>
                  <a:pt x="49" y="96"/>
                  <a:pt x="63" y="110"/>
                  <a:pt x="79" y="110"/>
                </a:cubicBezTo>
                <a:cubicBezTo>
                  <a:pt x="95" y="110"/>
                  <a:pt x="109" y="96"/>
                  <a:pt x="109" y="80"/>
                </a:cubicBezTo>
                <a:cubicBezTo>
                  <a:pt x="109" y="63"/>
                  <a:pt x="95" y="50"/>
                  <a:pt x="79" y="50"/>
                </a:cubicBezTo>
                <a:close/>
                <a:moveTo>
                  <a:pt x="68" y="85"/>
                </a:moveTo>
                <a:cubicBezTo>
                  <a:pt x="76" y="95"/>
                  <a:pt x="76" y="95"/>
                  <a:pt x="76" y="95"/>
                </a:cubicBezTo>
                <a:cubicBezTo>
                  <a:pt x="90" y="70"/>
                  <a:pt x="90" y="70"/>
                  <a:pt x="90" y="70"/>
                </a:cubicBezTo>
                <a:moveTo>
                  <a:pt x="79" y="15"/>
                </a:moveTo>
                <a:cubicBezTo>
                  <a:pt x="79" y="0"/>
                  <a:pt x="79" y="0"/>
                  <a:pt x="79" y="0"/>
                </a:cubicBezTo>
                <a:moveTo>
                  <a:pt x="47" y="24"/>
                </a:moveTo>
                <a:cubicBezTo>
                  <a:pt x="39" y="11"/>
                  <a:pt x="39" y="11"/>
                  <a:pt x="39" y="11"/>
                </a:cubicBezTo>
                <a:moveTo>
                  <a:pt x="10" y="40"/>
                </a:moveTo>
                <a:cubicBezTo>
                  <a:pt x="24" y="48"/>
                  <a:pt x="24" y="48"/>
                  <a:pt x="24" y="48"/>
                </a:cubicBezTo>
                <a:moveTo>
                  <a:pt x="0" y="80"/>
                </a:moveTo>
                <a:cubicBezTo>
                  <a:pt x="15" y="80"/>
                  <a:pt x="15" y="80"/>
                  <a:pt x="15" y="80"/>
                </a:cubicBezTo>
                <a:moveTo>
                  <a:pt x="119" y="11"/>
                </a:moveTo>
                <a:cubicBezTo>
                  <a:pt x="111" y="24"/>
                  <a:pt x="111" y="24"/>
                  <a:pt x="111" y="24"/>
                </a:cubicBezTo>
                <a:moveTo>
                  <a:pt x="148" y="40"/>
                </a:moveTo>
                <a:cubicBezTo>
                  <a:pt x="134" y="48"/>
                  <a:pt x="134" y="48"/>
                  <a:pt x="134" y="48"/>
                </a:cubicBezTo>
                <a:moveTo>
                  <a:pt x="143" y="80"/>
                </a:moveTo>
                <a:cubicBezTo>
                  <a:pt x="158" y="80"/>
                  <a:pt x="158" y="80"/>
                  <a:pt x="158" y="80"/>
                </a:cubicBezTo>
                <a:moveTo>
                  <a:pt x="97" y="144"/>
                </a:moveTo>
                <a:cubicBezTo>
                  <a:pt x="97" y="144"/>
                  <a:pt x="58" y="155"/>
                  <a:pt x="58" y="155"/>
                </a:cubicBezTo>
                <a:cubicBezTo>
                  <a:pt x="55" y="156"/>
                  <a:pt x="53" y="159"/>
                  <a:pt x="53" y="161"/>
                </a:cubicBezTo>
                <a:cubicBezTo>
                  <a:pt x="53" y="165"/>
                  <a:pt x="56" y="168"/>
                  <a:pt x="60" y="168"/>
                </a:cubicBezTo>
                <a:cubicBezTo>
                  <a:pt x="61" y="168"/>
                  <a:pt x="63" y="167"/>
                  <a:pt x="63" y="167"/>
                </a:cubicBezTo>
                <a:cubicBezTo>
                  <a:pt x="97" y="158"/>
                  <a:pt x="97" y="158"/>
                  <a:pt x="97" y="158"/>
                </a:cubicBezTo>
                <a:cubicBezTo>
                  <a:pt x="97" y="158"/>
                  <a:pt x="97" y="158"/>
                  <a:pt x="97" y="158"/>
                </a:cubicBezTo>
                <a:cubicBezTo>
                  <a:pt x="97" y="158"/>
                  <a:pt x="98" y="158"/>
                  <a:pt x="98" y="158"/>
                </a:cubicBezTo>
                <a:cubicBezTo>
                  <a:pt x="102" y="158"/>
                  <a:pt x="105" y="161"/>
                  <a:pt x="105" y="164"/>
                </a:cubicBezTo>
                <a:cubicBezTo>
                  <a:pt x="105" y="167"/>
                  <a:pt x="103" y="169"/>
                  <a:pt x="101" y="170"/>
                </a:cubicBezTo>
                <a:cubicBezTo>
                  <a:pt x="67" y="180"/>
                  <a:pt x="67" y="180"/>
                  <a:pt x="67" y="180"/>
                </a:cubicBezTo>
              </a:path>
            </a:pathLst>
          </a:custGeom>
          <a:noFill/>
          <a:ln w="1905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Open Sans"/>
              <a:ea typeface="+mn-ea"/>
              <a:cs typeface="+mn-cs"/>
            </a:endParaRPr>
          </a:p>
        </p:txBody>
      </p:sp>
      <p:grpSp>
        <p:nvGrpSpPr>
          <p:cNvPr id="60" name="Group 59"/>
          <p:cNvGrpSpPr/>
          <p:nvPr/>
        </p:nvGrpSpPr>
        <p:grpSpPr>
          <a:xfrm>
            <a:off x="2584455" y="3046447"/>
            <a:ext cx="2877391" cy="1477328"/>
            <a:chOff x="6534500" y="3029673"/>
            <a:chExt cx="2877391" cy="1477328"/>
          </a:xfrm>
        </p:grpSpPr>
        <p:sp>
          <p:nvSpPr>
            <p:cNvPr id="54" name="Freeform 26"/>
            <p:cNvSpPr>
              <a:spLocks noEditPoints="1"/>
            </p:cNvSpPr>
            <p:nvPr/>
          </p:nvSpPr>
          <p:spPr bwMode="auto">
            <a:xfrm>
              <a:off x="7800266" y="3346450"/>
              <a:ext cx="463524" cy="488381"/>
            </a:xfrm>
            <a:custGeom>
              <a:avLst/>
              <a:gdLst>
                <a:gd name="T0" fmla="*/ 52 w 133"/>
                <a:gd name="T1" fmla="*/ 91 h 139"/>
                <a:gd name="T2" fmla="*/ 40 w 133"/>
                <a:gd name="T3" fmla="*/ 71 h 139"/>
                <a:gd name="T4" fmla="*/ 40 w 133"/>
                <a:gd name="T5" fmla="*/ 62 h 139"/>
                <a:gd name="T6" fmla="*/ 67 w 133"/>
                <a:gd name="T7" fmla="*/ 35 h 139"/>
                <a:gd name="T8" fmla="*/ 94 w 133"/>
                <a:gd name="T9" fmla="*/ 62 h 139"/>
                <a:gd name="T10" fmla="*/ 94 w 133"/>
                <a:gd name="T11" fmla="*/ 71 h 139"/>
                <a:gd name="T12" fmla="*/ 81 w 133"/>
                <a:gd name="T13" fmla="*/ 91 h 139"/>
                <a:gd name="T14" fmla="*/ 52 w 133"/>
                <a:gd name="T15" fmla="*/ 139 h 139"/>
                <a:gd name="T16" fmla="*/ 52 w 133"/>
                <a:gd name="T17" fmla="*/ 71 h 139"/>
                <a:gd name="T18" fmla="*/ 67 w 133"/>
                <a:gd name="T19" fmla="*/ 139 h 139"/>
                <a:gd name="T20" fmla="*/ 67 w 133"/>
                <a:gd name="T21" fmla="*/ 103 h 139"/>
                <a:gd name="T22" fmla="*/ 80 w 133"/>
                <a:gd name="T23" fmla="*/ 71 h 139"/>
                <a:gd name="T24" fmla="*/ 80 w 133"/>
                <a:gd name="T25" fmla="*/ 139 h 139"/>
                <a:gd name="T26" fmla="*/ 67 w 133"/>
                <a:gd name="T27" fmla="*/ 0 h 139"/>
                <a:gd name="T28" fmla="*/ 54 w 133"/>
                <a:gd name="T29" fmla="*/ 15 h 139"/>
                <a:gd name="T30" fmla="*/ 67 w 133"/>
                <a:gd name="T31" fmla="*/ 29 h 139"/>
                <a:gd name="T32" fmla="*/ 80 w 133"/>
                <a:gd name="T33" fmla="*/ 15 h 139"/>
                <a:gd name="T34" fmla="*/ 67 w 133"/>
                <a:gd name="T35" fmla="*/ 0 h 139"/>
                <a:gd name="T36" fmla="*/ 91 w 133"/>
                <a:gd name="T37" fmla="*/ 94 h 139"/>
                <a:gd name="T38" fmla="*/ 95 w 133"/>
                <a:gd name="T39" fmla="*/ 94 h 139"/>
                <a:gd name="T40" fmla="*/ 122 w 133"/>
                <a:gd name="T41" fmla="*/ 94 h 139"/>
                <a:gd name="T42" fmla="*/ 133 w 133"/>
                <a:gd name="T43" fmla="*/ 76 h 139"/>
                <a:gd name="T44" fmla="*/ 133 w 133"/>
                <a:gd name="T45" fmla="*/ 67 h 139"/>
                <a:gd name="T46" fmla="*/ 108 w 133"/>
                <a:gd name="T47" fmla="*/ 43 h 139"/>
                <a:gd name="T48" fmla="*/ 97 w 133"/>
                <a:gd name="T49" fmla="*/ 44 h 139"/>
                <a:gd name="T50" fmla="*/ 95 w 133"/>
                <a:gd name="T51" fmla="*/ 94 h 139"/>
                <a:gd name="T52" fmla="*/ 95 w 133"/>
                <a:gd name="T53" fmla="*/ 131 h 139"/>
                <a:gd name="T54" fmla="*/ 108 w 133"/>
                <a:gd name="T55" fmla="*/ 131 h 139"/>
                <a:gd name="T56" fmla="*/ 108 w 133"/>
                <a:gd name="T57" fmla="*/ 106 h 139"/>
                <a:gd name="T58" fmla="*/ 120 w 133"/>
                <a:gd name="T59" fmla="*/ 131 h 139"/>
                <a:gd name="T60" fmla="*/ 120 w 133"/>
                <a:gd name="T61" fmla="*/ 76 h 139"/>
                <a:gd name="T62" fmla="*/ 108 w 133"/>
                <a:gd name="T63" fmla="*/ 11 h 139"/>
                <a:gd name="T64" fmla="*/ 96 w 133"/>
                <a:gd name="T65" fmla="*/ 24 h 139"/>
                <a:gd name="T66" fmla="*/ 108 w 133"/>
                <a:gd name="T67" fmla="*/ 37 h 139"/>
                <a:gd name="T68" fmla="*/ 120 w 133"/>
                <a:gd name="T69" fmla="*/ 24 h 139"/>
                <a:gd name="T70" fmla="*/ 108 w 133"/>
                <a:gd name="T71" fmla="*/ 11 h 139"/>
                <a:gd name="T72" fmla="*/ 39 w 133"/>
                <a:gd name="T73" fmla="*/ 94 h 139"/>
                <a:gd name="T74" fmla="*/ 43 w 133"/>
                <a:gd name="T75" fmla="*/ 94 h 139"/>
                <a:gd name="T76" fmla="*/ 37 w 133"/>
                <a:gd name="T77" fmla="*/ 44 h 139"/>
                <a:gd name="T78" fmla="*/ 25 w 133"/>
                <a:gd name="T79" fmla="*/ 43 h 139"/>
                <a:gd name="T80" fmla="*/ 0 w 133"/>
                <a:gd name="T81" fmla="*/ 66 h 139"/>
                <a:gd name="T82" fmla="*/ 0 w 133"/>
                <a:gd name="T83" fmla="*/ 76 h 139"/>
                <a:gd name="T84" fmla="*/ 12 w 133"/>
                <a:gd name="T85" fmla="*/ 94 h 139"/>
                <a:gd name="T86" fmla="*/ 39 w 133"/>
                <a:gd name="T87" fmla="*/ 131 h 139"/>
                <a:gd name="T88" fmla="*/ 39 w 133"/>
                <a:gd name="T89" fmla="*/ 94 h 139"/>
                <a:gd name="T90" fmla="*/ 25 w 133"/>
                <a:gd name="T91" fmla="*/ 131 h 139"/>
                <a:gd name="T92" fmla="*/ 25 w 133"/>
                <a:gd name="T93" fmla="*/ 106 h 139"/>
                <a:gd name="T94" fmla="*/ 13 w 133"/>
                <a:gd name="T95" fmla="*/ 76 h 139"/>
                <a:gd name="T96" fmla="*/ 13 w 133"/>
                <a:gd name="T97" fmla="*/ 131 h 139"/>
                <a:gd name="T98" fmla="*/ 13 w 133"/>
                <a:gd name="T99" fmla="*/ 24 h 139"/>
                <a:gd name="T100" fmla="*/ 25 w 133"/>
                <a:gd name="T101" fmla="*/ 37 h 139"/>
                <a:gd name="T102" fmla="*/ 38 w 133"/>
                <a:gd name="T103" fmla="*/ 24 h 139"/>
                <a:gd name="T104" fmla="*/ 25 w 133"/>
                <a:gd name="T105" fmla="*/ 11 h 139"/>
                <a:gd name="T106" fmla="*/ 13 w 133"/>
                <a:gd name="T107" fmla="*/ 24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3" h="139">
                  <a:moveTo>
                    <a:pt x="52" y="91"/>
                  </a:moveTo>
                  <a:cubicBezTo>
                    <a:pt x="43" y="90"/>
                    <a:pt x="40" y="89"/>
                    <a:pt x="40" y="71"/>
                  </a:cubicBezTo>
                  <a:cubicBezTo>
                    <a:pt x="40" y="62"/>
                    <a:pt x="40" y="62"/>
                    <a:pt x="40" y="62"/>
                  </a:cubicBezTo>
                  <a:cubicBezTo>
                    <a:pt x="40" y="41"/>
                    <a:pt x="45" y="35"/>
                    <a:pt x="67" y="35"/>
                  </a:cubicBezTo>
                  <a:cubicBezTo>
                    <a:pt x="88" y="35"/>
                    <a:pt x="94" y="41"/>
                    <a:pt x="94" y="62"/>
                  </a:cubicBezTo>
                  <a:cubicBezTo>
                    <a:pt x="94" y="71"/>
                    <a:pt x="94" y="71"/>
                    <a:pt x="94" y="71"/>
                  </a:cubicBezTo>
                  <a:cubicBezTo>
                    <a:pt x="94" y="89"/>
                    <a:pt x="90" y="90"/>
                    <a:pt x="81" y="91"/>
                  </a:cubicBezTo>
                  <a:moveTo>
                    <a:pt x="52" y="139"/>
                  </a:moveTo>
                  <a:cubicBezTo>
                    <a:pt x="52" y="71"/>
                    <a:pt x="52" y="71"/>
                    <a:pt x="52" y="71"/>
                  </a:cubicBezTo>
                  <a:moveTo>
                    <a:pt x="67" y="139"/>
                  </a:moveTo>
                  <a:cubicBezTo>
                    <a:pt x="67" y="103"/>
                    <a:pt x="67" y="103"/>
                    <a:pt x="67" y="103"/>
                  </a:cubicBezTo>
                  <a:moveTo>
                    <a:pt x="80" y="71"/>
                  </a:moveTo>
                  <a:cubicBezTo>
                    <a:pt x="80" y="139"/>
                    <a:pt x="80" y="139"/>
                    <a:pt x="80" y="139"/>
                  </a:cubicBezTo>
                  <a:moveTo>
                    <a:pt x="67" y="0"/>
                  </a:moveTo>
                  <a:cubicBezTo>
                    <a:pt x="60" y="0"/>
                    <a:pt x="54" y="7"/>
                    <a:pt x="54" y="15"/>
                  </a:cubicBezTo>
                  <a:cubicBezTo>
                    <a:pt x="54" y="22"/>
                    <a:pt x="60" y="29"/>
                    <a:pt x="67" y="29"/>
                  </a:cubicBezTo>
                  <a:cubicBezTo>
                    <a:pt x="74" y="29"/>
                    <a:pt x="80" y="22"/>
                    <a:pt x="80" y="15"/>
                  </a:cubicBezTo>
                  <a:cubicBezTo>
                    <a:pt x="80" y="7"/>
                    <a:pt x="74" y="0"/>
                    <a:pt x="67" y="0"/>
                  </a:cubicBezTo>
                  <a:close/>
                  <a:moveTo>
                    <a:pt x="91" y="94"/>
                  </a:moveTo>
                  <a:cubicBezTo>
                    <a:pt x="92" y="94"/>
                    <a:pt x="93" y="94"/>
                    <a:pt x="95" y="94"/>
                  </a:cubicBezTo>
                  <a:moveTo>
                    <a:pt x="122" y="94"/>
                  </a:moveTo>
                  <a:cubicBezTo>
                    <a:pt x="130" y="94"/>
                    <a:pt x="133" y="92"/>
                    <a:pt x="133" y="76"/>
                  </a:cubicBezTo>
                  <a:cubicBezTo>
                    <a:pt x="133" y="67"/>
                    <a:pt x="133" y="67"/>
                    <a:pt x="133" y="67"/>
                  </a:cubicBezTo>
                  <a:cubicBezTo>
                    <a:pt x="133" y="49"/>
                    <a:pt x="128" y="43"/>
                    <a:pt x="108" y="43"/>
                  </a:cubicBezTo>
                  <a:cubicBezTo>
                    <a:pt x="104" y="43"/>
                    <a:pt x="100" y="43"/>
                    <a:pt x="97" y="44"/>
                  </a:cubicBezTo>
                  <a:moveTo>
                    <a:pt x="95" y="94"/>
                  </a:moveTo>
                  <a:cubicBezTo>
                    <a:pt x="95" y="131"/>
                    <a:pt x="95" y="131"/>
                    <a:pt x="95" y="131"/>
                  </a:cubicBezTo>
                  <a:moveTo>
                    <a:pt x="108" y="131"/>
                  </a:moveTo>
                  <a:cubicBezTo>
                    <a:pt x="108" y="106"/>
                    <a:pt x="108" y="106"/>
                    <a:pt x="108" y="106"/>
                  </a:cubicBezTo>
                  <a:moveTo>
                    <a:pt x="120" y="131"/>
                  </a:moveTo>
                  <a:cubicBezTo>
                    <a:pt x="120" y="76"/>
                    <a:pt x="120" y="76"/>
                    <a:pt x="120" y="76"/>
                  </a:cubicBezTo>
                  <a:moveTo>
                    <a:pt x="108" y="11"/>
                  </a:moveTo>
                  <a:cubicBezTo>
                    <a:pt x="101" y="11"/>
                    <a:pt x="96" y="17"/>
                    <a:pt x="96" y="24"/>
                  </a:cubicBezTo>
                  <a:cubicBezTo>
                    <a:pt x="96" y="31"/>
                    <a:pt x="101" y="37"/>
                    <a:pt x="108" y="37"/>
                  </a:cubicBezTo>
                  <a:cubicBezTo>
                    <a:pt x="115" y="37"/>
                    <a:pt x="120" y="31"/>
                    <a:pt x="120" y="24"/>
                  </a:cubicBezTo>
                  <a:cubicBezTo>
                    <a:pt x="120" y="17"/>
                    <a:pt x="115" y="11"/>
                    <a:pt x="108" y="11"/>
                  </a:cubicBezTo>
                  <a:close/>
                  <a:moveTo>
                    <a:pt x="39" y="94"/>
                  </a:moveTo>
                  <a:cubicBezTo>
                    <a:pt x="40" y="94"/>
                    <a:pt x="42" y="94"/>
                    <a:pt x="43" y="94"/>
                  </a:cubicBezTo>
                  <a:moveTo>
                    <a:pt x="37" y="44"/>
                  </a:moveTo>
                  <a:cubicBezTo>
                    <a:pt x="34" y="43"/>
                    <a:pt x="30" y="43"/>
                    <a:pt x="25" y="43"/>
                  </a:cubicBezTo>
                  <a:cubicBezTo>
                    <a:pt x="6" y="43"/>
                    <a:pt x="1" y="48"/>
                    <a:pt x="0" y="66"/>
                  </a:cubicBezTo>
                  <a:cubicBezTo>
                    <a:pt x="0" y="76"/>
                    <a:pt x="0" y="76"/>
                    <a:pt x="0" y="76"/>
                  </a:cubicBezTo>
                  <a:cubicBezTo>
                    <a:pt x="0" y="92"/>
                    <a:pt x="4" y="94"/>
                    <a:pt x="12" y="94"/>
                  </a:cubicBezTo>
                  <a:moveTo>
                    <a:pt x="39" y="131"/>
                  </a:moveTo>
                  <a:cubicBezTo>
                    <a:pt x="39" y="94"/>
                    <a:pt x="39" y="94"/>
                    <a:pt x="39" y="94"/>
                  </a:cubicBezTo>
                  <a:moveTo>
                    <a:pt x="25" y="131"/>
                  </a:moveTo>
                  <a:cubicBezTo>
                    <a:pt x="25" y="106"/>
                    <a:pt x="25" y="106"/>
                    <a:pt x="25" y="106"/>
                  </a:cubicBezTo>
                  <a:moveTo>
                    <a:pt x="13" y="76"/>
                  </a:moveTo>
                  <a:cubicBezTo>
                    <a:pt x="13" y="131"/>
                    <a:pt x="13" y="131"/>
                    <a:pt x="13" y="131"/>
                  </a:cubicBezTo>
                  <a:moveTo>
                    <a:pt x="13" y="24"/>
                  </a:moveTo>
                  <a:cubicBezTo>
                    <a:pt x="13" y="31"/>
                    <a:pt x="19" y="37"/>
                    <a:pt x="25" y="37"/>
                  </a:cubicBezTo>
                  <a:cubicBezTo>
                    <a:pt x="32" y="37"/>
                    <a:pt x="38" y="31"/>
                    <a:pt x="38" y="24"/>
                  </a:cubicBezTo>
                  <a:cubicBezTo>
                    <a:pt x="38" y="17"/>
                    <a:pt x="32" y="11"/>
                    <a:pt x="25" y="11"/>
                  </a:cubicBezTo>
                  <a:cubicBezTo>
                    <a:pt x="19" y="11"/>
                    <a:pt x="13" y="17"/>
                    <a:pt x="13" y="24"/>
                  </a:cubicBezTo>
                  <a:close/>
                </a:path>
              </a:pathLst>
            </a:custGeom>
            <a:noFill/>
            <a:ln w="14288"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600" b="0" i="0" u="none" strike="noStrike" kern="1200" cap="none" spc="0" normalizeH="0" baseline="0" noProof="0">
                <a:ln>
                  <a:noFill/>
                </a:ln>
                <a:solidFill>
                  <a:srgbClr val="FFFFFF"/>
                </a:solidFill>
                <a:effectLst/>
                <a:uLnTx/>
                <a:uFillTx/>
                <a:latin typeface="Open Sans"/>
                <a:ea typeface="+mn-ea"/>
                <a:cs typeface="+mn-cs"/>
              </a:endParaRPr>
            </a:p>
          </p:txBody>
        </p:sp>
        <p:sp>
          <p:nvSpPr>
            <p:cNvPr id="55" name="Rectangle 27"/>
            <p:cNvSpPr>
              <a:spLocks noChangeArrowheads="1"/>
            </p:cNvSpPr>
            <p:nvPr/>
          </p:nvSpPr>
          <p:spPr bwMode="auto">
            <a:xfrm>
              <a:off x="6534500" y="3029673"/>
              <a:ext cx="2877391"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ctr">
                <a:defRPr/>
              </a:pPr>
              <a:r>
                <a:rPr lang="en-US" altLang="ru-RU" sz="2400" dirty="0">
                  <a:solidFill>
                    <a:schemeClr val="bg2"/>
                  </a:solidFill>
                </a:rPr>
                <a:t>Reconfigurable</a:t>
              </a:r>
            </a:p>
            <a:p>
              <a:pPr lvl="0" algn="ctr">
                <a:defRPr/>
              </a:pPr>
              <a:r>
                <a:rPr lang="en-US" altLang="ru-RU" sz="2400" dirty="0" err="1">
                  <a:solidFill>
                    <a:schemeClr val="bg2"/>
                  </a:solidFill>
                </a:rPr>
                <a:t>Microstrip</a:t>
              </a:r>
              <a:r>
                <a:rPr lang="en-US" altLang="ru-RU" sz="2400" dirty="0">
                  <a:solidFill>
                    <a:schemeClr val="bg2"/>
                  </a:solidFill>
                </a:rPr>
                <a:t> Patch</a:t>
              </a:r>
            </a:p>
            <a:p>
              <a:pPr lvl="0" algn="ctr">
                <a:defRPr/>
              </a:pPr>
              <a:r>
                <a:rPr lang="en-US" altLang="ru-RU" sz="2400" dirty="0">
                  <a:solidFill>
                    <a:schemeClr val="bg2"/>
                  </a:solidFill>
                </a:rPr>
                <a:t>Antennas on Flexible</a:t>
              </a:r>
            </a:p>
            <a:p>
              <a:pPr lvl="0" algn="ctr">
                <a:defRPr/>
              </a:pPr>
              <a:r>
                <a:rPr lang="en-US" altLang="ru-RU" sz="2400" dirty="0">
                  <a:solidFill>
                    <a:schemeClr val="bg2"/>
                  </a:solidFill>
                </a:rPr>
                <a:t>Substrates</a:t>
              </a:r>
              <a:endParaRPr kumimoji="0" lang="ru-RU" altLang="ru-RU" sz="2400" b="0" i="0" u="none" strike="noStrike" kern="1200" cap="none" spc="0" normalizeH="0" baseline="0" noProof="0" dirty="0">
                <a:ln>
                  <a:noFill/>
                </a:ln>
                <a:solidFill>
                  <a:schemeClr val="bg2"/>
                </a:solidFill>
                <a:effectLst/>
                <a:uLnTx/>
                <a:uFillTx/>
              </a:endParaRPr>
            </a:p>
          </p:txBody>
        </p:sp>
      </p:grpSp>
      <p:sp>
        <p:nvSpPr>
          <p:cNvPr id="62" name="Text Placeholder 17"/>
          <p:cNvSpPr>
            <a:spLocks noGrp="1"/>
          </p:cNvSpPr>
          <p:nvPr>
            <p:ph type="body" sz="quarter" idx="14"/>
          </p:nvPr>
        </p:nvSpPr>
        <p:spPr>
          <a:xfrm>
            <a:off x="6463316" y="2407540"/>
            <a:ext cx="4969836" cy="541338"/>
          </a:xfrm>
        </p:spPr>
        <p:txBody>
          <a:bodyPr/>
          <a:lstStyle/>
          <a:p>
            <a:r>
              <a:rPr lang="es-ES" b="0" dirty="0">
                <a:solidFill>
                  <a:schemeClr val="bg2"/>
                </a:solidFill>
              </a:rPr>
              <a:t>- </a:t>
            </a:r>
            <a:r>
              <a:rPr lang="es-ES" b="0" dirty="0" smtClean="0">
                <a:solidFill>
                  <a:schemeClr val="bg2"/>
                </a:solidFill>
              </a:rPr>
              <a:t>Juan David </a:t>
            </a:r>
            <a:r>
              <a:rPr lang="es-ES" b="0" dirty="0" err="1" smtClean="0">
                <a:solidFill>
                  <a:schemeClr val="bg2"/>
                </a:solidFill>
              </a:rPr>
              <a:t>Medellin</a:t>
            </a:r>
            <a:r>
              <a:rPr lang="es-ES" b="0" dirty="0" smtClean="0">
                <a:solidFill>
                  <a:schemeClr val="bg2"/>
                </a:solidFill>
              </a:rPr>
              <a:t> </a:t>
            </a:r>
            <a:r>
              <a:rPr lang="es-ES" b="0" dirty="0" err="1" smtClean="0">
                <a:solidFill>
                  <a:schemeClr val="bg2"/>
                </a:solidFill>
              </a:rPr>
              <a:t>Calderon</a:t>
            </a:r>
            <a:endParaRPr lang="es-ES" b="0" dirty="0">
              <a:solidFill>
                <a:schemeClr val="bg2"/>
              </a:solidFill>
            </a:endParaRPr>
          </a:p>
        </p:txBody>
      </p:sp>
      <p:sp>
        <p:nvSpPr>
          <p:cNvPr id="64" name="Text Placeholder 19"/>
          <p:cNvSpPr>
            <a:spLocks noGrp="1"/>
          </p:cNvSpPr>
          <p:nvPr>
            <p:ph type="body" sz="quarter" idx="16"/>
          </p:nvPr>
        </p:nvSpPr>
        <p:spPr>
          <a:xfrm>
            <a:off x="5809130" y="1107273"/>
            <a:ext cx="5240839" cy="541338"/>
          </a:xfrm>
        </p:spPr>
        <p:txBody>
          <a:bodyPr/>
          <a:lstStyle/>
          <a:p>
            <a:r>
              <a:rPr lang="es-CO" sz="2800" dirty="0">
                <a:solidFill>
                  <a:schemeClr val="bg2"/>
                </a:solidFill>
              </a:rPr>
              <a:t>Semillero FIRE</a:t>
            </a:r>
          </a:p>
          <a:p>
            <a:r>
              <a:rPr lang="es-ES" sz="2800" dirty="0">
                <a:solidFill>
                  <a:schemeClr val="bg2"/>
                </a:solidFill>
              </a:rPr>
              <a:t>Nombre quien presenta</a:t>
            </a:r>
            <a:endParaRPr lang="ru-RU" sz="2800" dirty="0">
              <a:solidFill>
                <a:schemeClr val="bg2"/>
              </a:solidFill>
            </a:endParaRPr>
          </a:p>
        </p:txBody>
      </p:sp>
      <p:cxnSp>
        <p:nvCxnSpPr>
          <p:cNvPr id="25" name="Conector: curvado 24">
            <a:extLst>
              <a:ext uri="{FF2B5EF4-FFF2-40B4-BE49-F238E27FC236}">
                <a16:creationId xmlns:a16="http://schemas.microsoft.com/office/drawing/2014/main" id="{E3039579-5EF9-4916-91A4-F98801A0A68E}"/>
              </a:ext>
            </a:extLst>
          </p:cNvPr>
          <p:cNvCxnSpPr>
            <a:cxnSpLocks/>
            <a:stCxn id="55" idx="0"/>
          </p:cNvCxnSpPr>
          <p:nvPr/>
        </p:nvCxnSpPr>
        <p:spPr>
          <a:xfrm rot="5400000" flipH="1" flipV="1">
            <a:off x="5026753" y="1633907"/>
            <a:ext cx="408938" cy="241614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Freeform 21">
            <a:extLst>
              <a:ext uri="{FF2B5EF4-FFF2-40B4-BE49-F238E27FC236}">
                <a16:creationId xmlns:a16="http://schemas.microsoft.com/office/drawing/2014/main" id="{178C21A8-4614-432D-8764-108BBF5A369F}"/>
              </a:ext>
            </a:extLst>
          </p:cNvPr>
          <p:cNvSpPr>
            <a:spLocks noEditPoints="1"/>
          </p:cNvSpPr>
          <p:nvPr/>
        </p:nvSpPr>
        <p:spPr bwMode="auto">
          <a:xfrm>
            <a:off x="1355595" y="4824999"/>
            <a:ext cx="600075" cy="685800"/>
          </a:xfrm>
          <a:custGeom>
            <a:avLst/>
            <a:gdLst>
              <a:gd name="T0" fmla="*/ 50 w 158"/>
              <a:gd name="T1" fmla="*/ 140 h 180"/>
              <a:gd name="T2" fmla="*/ 38 w 158"/>
              <a:gd name="T3" fmla="*/ 108 h 180"/>
              <a:gd name="T4" fmla="*/ 29 w 158"/>
              <a:gd name="T5" fmla="*/ 80 h 180"/>
              <a:gd name="T6" fmla="*/ 79 w 158"/>
              <a:gd name="T7" fmla="*/ 31 h 180"/>
              <a:gd name="T8" fmla="*/ 129 w 158"/>
              <a:gd name="T9" fmla="*/ 80 h 180"/>
              <a:gd name="T10" fmla="*/ 121 w 158"/>
              <a:gd name="T11" fmla="*/ 108 h 180"/>
              <a:gd name="T12" fmla="*/ 108 w 158"/>
              <a:gd name="T13" fmla="*/ 135 h 180"/>
              <a:gd name="T14" fmla="*/ 79 w 158"/>
              <a:gd name="T15" fmla="*/ 50 h 180"/>
              <a:gd name="T16" fmla="*/ 49 w 158"/>
              <a:gd name="T17" fmla="*/ 80 h 180"/>
              <a:gd name="T18" fmla="*/ 79 w 158"/>
              <a:gd name="T19" fmla="*/ 110 h 180"/>
              <a:gd name="T20" fmla="*/ 109 w 158"/>
              <a:gd name="T21" fmla="*/ 80 h 180"/>
              <a:gd name="T22" fmla="*/ 79 w 158"/>
              <a:gd name="T23" fmla="*/ 50 h 180"/>
              <a:gd name="T24" fmla="*/ 68 w 158"/>
              <a:gd name="T25" fmla="*/ 85 h 180"/>
              <a:gd name="T26" fmla="*/ 76 w 158"/>
              <a:gd name="T27" fmla="*/ 95 h 180"/>
              <a:gd name="T28" fmla="*/ 90 w 158"/>
              <a:gd name="T29" fmla="*/ 70 h 180"/>
              <a:gd name="T30" fmla="*/ 79 w 158"/>
              <a:gd name="T31" fmla="*/ 15 h 180"/>
              <a:gd name="T32" fmla="*/ 79 w 158"/>
              <a:gd name="T33" fmla="*/ 0 h 180"/>
              <a:gd name="T34" fmla="*/ 47 w 158"/>
              <a:gd name="T35" fmla="*/ 24 h 180"/>
              <a:gd name="T36" fmla="*/ 39 w 158"/>
              <a:gd name="T37" fmla="*/ 11 h 180"/>
              <a:gd name="T38" fmla="*/ 10 w 158"/>
              <a:gd name="T39" fmla="*/ 40 h 180"/>
              <a:gd name="T40" fmla="*/ 24 w 158"/>
              <a:gd name="T41" fmla="*/ 48 h 180"/>
              <a:gd name="T42" fmla="*/ 0 w 158"/>
              <a:gd name="T43" fmla="*/ 80 h 180"/>
              <a:gd name="T44" fmla="*/ 15 w 158"/>
              <a:gd name="T45" fmla="*/ 80 h 180"/>
              <a:gd name="T46" fmla="*/ 119 w 158"/>
              <a:gd name="T47" fmla="*/ 11 h 180"/>
              <a:gd name="T48" fmla="*/ 111 w 158"/>
              <a:gd name="T49" fmla="*/ 24 h 180"/>
              <a:gd name="T50" fmla="*/ 148 w 158"/>
              <a:gd name="T51" fmla="*/ 40 h 180"/>
              <a:gd name="T52" fmla="*/ 134 w 158"/>
              <a:gd name="T53" fmla="*/ 48 h 180"/>
              <a:gd name="T54" fmla="*/ 143 w 158"/>
              <a:gd name="T55" fmla="*/ 80 h 180"/>
              <a:gd name="T56" fmla="*/ 158 w 158"/>
              <a:gd name="T57" fmla="*/ 80 h 180"/>
              <a:gd name="T58" fmla="*/ 97 w 158"/>
              <a:gd name="T59" fmla="*/ 144 h 180"/>
              <a:gd name="T60" fmla="*/ 58 w 158"/>
              <a:gd name="T61" fmla="*/ 155 h 180"/>
              <a:gd name="T62" fmla="*/ 53 w 158"/>
              <a:gd name="T63" fmla="*/ 161 h 180"/>
              <a:gd name="T64" fmla="*/ 60 w 158"/>
              <a:gd name="T65" fmla="*/ 168 h 180"/>
              <a:gd name="T66" fmla="*/ 63 w 158"/>
              <a:gd name="T67" fmla="*/ 167 h 180"/>
              <a:gd name="T68" fmla="*/ 97 w 158"/>
              <a:gd name="T69" fmla="*/ 158 h 180"/>
              <a:gd name="T70" fmla="*/ 97 w 158"/>
              <a:gd name="T71" fmla="*/ 158 h 180"/>
              <a:gd name="T72" fmla="*/ 98 w 158"/>
              <a:gd name="T73" fmla="*/ 158 h 180"/>
              <a:gd name="T74" fmla="*/ 105 w 158"/>
              <a:gd name="T75" fmla="*/ 164 h 180"/>
              <a:gd name="T76" fmla="*/ 101 w 158"/>
              <a:gd name="T77" fmla="*/ 170 h 180"/>
              <a:gd name="T78" fmla="*/ 67 w 158"/>
              <a:gd name="T79"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58" h="180">
                <a:moveTo>
                  <a:pt x="50" y="140"/>
                </a:moveTo>
                <a:cubicBezTo>
                  <a:pt x="51" y="132"/>
                  <a:pt x="48" y="124"/>
                  <a:pt x="38" y="108"/>
                </a:cubicBezTo>
                <a:cubicBezTo>
                  <a:pt x="32" y="100"/>
                  <a:pt x="29" y="90"/>
                  <a:pt x="29" y="80"/>
                </a:cubicBezTo>
                <a:cubicBezTo>
                  <a:pt x="29" y="53"/>
                  <a:pt x="52" y="31"/>
                  <a:pt x="79" y="31"/>
                </a:cubicBezTo>
                <a:cubicBezTo>
                  <a:pt x="106" y="31"/>
                  <a:pt x="129" y="53"/>
                  <a:pt x="129" y="80"/>
                </a:cubicBezTo>
                <a:cubicBezTo>
                  <a:pt x="129" y="90"/>
                  <a:pt x="126" y="100"/>
                  <a:pt x="121" y="108"/>
                </a:cubicBezTo>
                <a:cubicBezTo>
                  <a:pt x="112" y="120"/>
                  <a:pt x="109" y="128"/>
                  <a:pt x="108" y="135"/>
                </a:cubicBezTo>
                <a:moveTo>
                  <a:pt x="79" y="50"/>
                </a:moveTo>
                <a:cubicBezTo>
                  <a:pt x="63" y="50"/>
                  <a:pt x="49" y="63"/>
                  <a:pt x="49" y="80"/>
                </a:cubicBezTo>
                <a:cubicBezTo>
                  <a:pt x="49" y="96"/>
                  <a:pt x="63" y="110"/>
                  <a:pt x="79" y="110"/>
                </a:cubicBezTo>
                <a:cubicBezTo>
                  <a:pt x="95" y="110"/>
                  <a:pt x="109" y="96"/>
                  <a:pt x="109" y="80"/>
                </a:cubicBezTo>
                <a:cubicBezTo>
                  <a:pt x="109" y="63"/>
                  <a:pt x="95" y="50"/>
                  <a:pt x="79" y="50"/>
                </a:cubicBezTo>
                <a:close/>
                <a:moveTo>
                  <a:pt x="68" y="85"/>
                </a:moveTo>
                <a:cubicBezTo>
                  <a:pt x="76" y="95"/>
                  <a:pt x="76" y="95"/>
                  <a:pt x="76" y="95"/>
                </a:cubicBezTo>
                <a:cubicBezTo>
                  <a:pt x="90" y="70"/>
                  <a:pt x="90" y="70"/>
                  <a:pt x="90" y="70"/>
                </a:cubicBezTo>
                <a:moveTo>
                  <a:pt x="79" y="15"/>
                </a:moveTo>
                <a:cubicBezTo>
                  <a:pt x="79" y="0"/>
                  <a:pt x="79" y="0"/>
                  <a:pt x="79" y="0"/>
                </a:cubicBezTo>
                <a:moveTo>
                  <a:pt x="47" y="24"/>
                </a:moveTo>
                <a:cubicBezTo>
                  <a:pt x="39" y="11"/>
                  <a:pt x="39" y="11"/>
                  <a:pt x="39" y="11"/>
                </a:cubicBezTo>
                <a:moveTo>
                  <a:pt x="10" y="40"/>
                </a:moveTo>
                <a:cubicBezTo>
                  <a:pt x="24" y="48"/>
                  <a:pt x="24" y="48"/>
                  <a:pt x="24" y="48"/>
                </a:cubicBezTo>
                <a:moveTo>
                  <a:pt x="0" y="80"/>
                </a:moveTo>
                <a:cubicBezTo>
                  <a:pt x="15" y="80"/>
                  <a:pt x="15" y="80"/>
                  <a:pt x="15" y="80"/>
                </a:cubicBezTo>
                <a:moveTo>
                  <a:pt x="119" y="11"/>
                </a:moveTo>
                <a:cubicBezTo>
                  <a:pt x="111" y="24"/>
                  <a:pt x="111" y="24"/>
                  <a:pt x="111" y="24"/>
                </a:cubicBezTo>
                <a:moveTo>
                  <a:pt x="148" y="40"/>
                </a:moveTo>
                <a:cubicBezTo>
                  <a:pt x="134" y="48"/>
                  <a:pt x="134" y="48"/>
                  <a:pt x="134" y="48"/>
                </a:cubicBezTo>
                <a:moveTo>
                  <a:pt x="143" y="80"/>
                </a:moveTo>
                <a:cubicBezTo>
                  <a:pt x="158" y="80"/>
                  <a:pt x="158" y="80"/>
                  <a:pt x="158" y="80"/>
                </a:cubicBezTo>
                <a:moveTo>
                  <a:pt x="97" y="144"/>
                </a:moveTo>
                <a:cubicBezTo>
                  <a:pt x="97" y="144"/>
                  <a:pt x="58" y="155"/>
                  <a:pt x="58" y="155"/>
                </a:cubicBezTo>
                <a:cubicBezTo>
                  <a:pt x="55" y="156"/>
                  <a:pt x="53" y="159"/>
                  <a:pt x="53" y="161"/>
                </a:cubicBezTo>
                <a:cubicBezTo>
                  <a:pt x="53" y="165"/>
                  <a:pt x="56" y="168"/>
                  <a:pt x="60" y="168"/>
                </a:cubicBezTo>
                <a:cubicBezTo>
                  <a:pt x="61" y="168"/>
                  <a:pt x="63" y="167"/>
                  <a:pt x="63" y="167"/>
                </a:cubicBezTo>
                <a:cubicBezTo>
                  <a:pt x="97" y="158"/>
                  <a:pt x="97" y="158"/>
                  <a:pt x="97" y="158"/>
                </a:cubicBezTo>
                <a:cubicBezTo>
                  <a:pt x="97" y="158"/>
                  <a:pt x="97" y="158"/>
                  <a:pt x="97" y="158"/>
                </a:cubicBezTo>
                <a:cubicBezTo>
                  <a:pt x="97" y="158"/>
                  <a:pt x="98" y="158"/>
                  <a:pt x="98" y="158"/>
                </a:cubicBezTo>
                <a:cubicBezTo>
                  <a:pt x="102" y="158"/>
                  <a:pt x="105" y="161"/>
                  <a:pt x="105" y="164"/>
                </a:cubicBezTo>
                <a:cubicBezTo>
                  <a:pt x="105" y="167"/>
                  <a:pt x="103" y="169"/>
                  <a:pt x="101" y="170"/>
                </a:cubicBezTo>
                <a:cubicBezTo>
                  <a:pt x="67" y="180"/>
                  <a:pt x="67" y="180"/>
                  <a:pt x="67" y="180"/>
                </a:cubicBezTo>
              </a:path>
            </a:pathLst>
          </a:custGeom>
          <a:noFill/>
          <a:ln w="1905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Open Sans"/>
              <a:ea typeface="+mn-ea"/>
              <a:cs typeface="+mn-cs"/>
            </a:endParaRPr>
          </a:p>
        </p:txBody>
      </p:sp>
      <p:sp>
        <p:nvSpPr>
          <p:cNvPr id="34" name="Freeform 21">
            <a:extLst>
              <a:ext uri="{FF2B5EF4-FFF2-40B4-BE49-F238E27FC236}">
                <a16:creationId xmlns:a16="http://schemas.microsoft.com/office/drawing/2014/main" id="{14EC8921-A61B-4105-B5DA-BFD9FC5AA9B2}"/>
              </a:ext>
            </a:extLst>
          </p:cNvPr>
          <p:cNvSpPr>
            <a:spLocks noEditPoints="1"/>
          </p:cNvSpPr>
          <p:nvPr/>
        </p:nvSpPr>
        <p:spPr bwMode="auto">
          <a:xfrm>
            <a:off x="6150886" y="4814367"/>
            <a:ext cx="600075" cy="685800"/>
          </a:xfrm>
          <a:custGeom>
            <a:avLst/>
            <a:gdLst>
              <a:gd name="T0" fmla="*/ 50 w 158"/>
              <a:gd name="T1" fmla="*/ 140 h 180"/>
              <a:gd name="T2" fmla="*/ 38 w 158"/>
              <a:gd name="T3" fmla="*/ 108 h 180"/>
              <a:gd name="T4" fmla="*/ 29 w 158"/>
              <a:gd name="T5" fmla="*/ 80 h 180"/>
              <a:gd name="T6" fmla="*/ 79 w 158"/>
              <a:gd name="T7" fmla="*/ 31 h 180"/>
              <a:gd name="T8" fmla="*/ 129 w 158"/>
              <a:gd name="T9" fmla="*/ 80 h 180"/>
              <a:gd name="T10" fmla="*/ 121 w 158"/>
              <a:gd name="T11" fmla="*/ 108 h 180"/>
              <a:gd name="T12" fmla="*/ 108 w 158"/>
              <a:gd name="T13" fmla="*/ 135 h 180"/>
              <a:gd name="T14" fmla="*/ 79 w 158"/>
              <a:gd name="T15" fmla="*/ 50 h 180"/>
              <a:gd name="T16" fmla="*/ 49 w 158"/>
              <a:gd name="T17" fmla="*/ 80 h 180"/>
              <a:gd name="T18" fmla="*/ 79 w 158"/>
              <a:gd name="T19" fmla="*/ 110 h 180"/>
              <a:gd name="T20" fmla="*/ 109 w 158"/>
              <a:gd name="T21" fmla="*/ 80 h 180"/>
              <a:gd name="T22" fmla="*/ 79 w 158"/>
              <a:gd name="T23" fmla="*/ 50 h 180"/>
              <a:gd name="T24" fmla="*/ 68 w 158"/>
              <a:gd name="T25" fmla="*/ 85 h 180"/>
              <a:gd name="T26" fmla="*/ 76 w 158"/>
              <a:gd name="T27" fmla="*/ 95 h 180"/>
              <a:gd name="T28" fmla="*/ 90 w 158"/>
              <a:gd name="T29" fmla="*/ 70 h 180"/>
              <a:gd name="T30" fmla="*/ 79 w 158"/>
              <a:gd name="T31" fmla="*/ 15 h 180"/>
              <a:gd name="T32" fmla="*/ 79 w 158"/>
              <a:gd name="T33" fmla="*/ 0 h 180"/>
              <a:gd name="T34" fmla="*/ 47 w 158"/>
              <a:gd name="T35" fmla="*/ 24 h 180"/>
              <a:gd name="T36" fmla="*/ 39 w 158"/>
              <a:gd name="T37" fmla="*/ 11 h 180"/>
              <a:gd name="T38" fmla="*/ 10 w 158"/>
              <a:gd name="T39" fmla="*/ 40 h 180"/>
              <a:gd name="T40" fmla="*/ 24 w 158"/>
              <a:gd name="T41" fmla="*/ 48 h 180"/>
              <a:gd name="T42" fmla="*/ 0 w 158"/>
              <a:gd name="T43" fmla="*/ 80 h 180"/>
              <a:gd name="T44" fmla="*/ 15 w 158"/>
              <a:gd name="T45" fmla="*/ 80 h 180"/>
              <a:gd name="T46" fmla="*/ 119 w 158"/>
              <a:gd name="T47" fmla="*/ 11 h 180"/>
              <a:gd name="T48" fmla="*/ 111 w 158"/>
              <a:gd name="T49" fmla="*/ 24 h 180"/>
              <a:gd name="T50" fmla="*/ 148 w 158"/>
              <a:gd name="T51" fmla="*/ 40 h 180"/>
              <a:gd name="T52" fmla="*/ 134 w 158"/>
              <a:gd name="T53" fmla="*/ 48 h 180"/>
              <a:gd name="T54" fmla="*/ 143 w 158"/>
              <a:gd name="T55" fmla="*/ 80 h 180"/>
              <a:gd name="T56" fmla="*/ 158 w 158"/>
              <a:gd name="T57" fmla="*/ 80 h 180"/>
              <a:gd name="T58" fmla="*/ 97 w 158"/>
              <a:gd name="T59" fmla="*/ 144 h 180"/>
              <a:gd name="T60" fmla="*/ 58 w 158"/>
              <a:gd name="T61" fmla="*/ 155 h 180"/>
              <a:gd name="T62" fmla="*/ 53 w 158"/>
              <a:gd name="T63" fmla="*/ 161 h 180"/>
              <a:gd name="T64" fmla="*/ 60 w 158"/>
              <a:gd name="T65" fmla="*/ 168 h 180"/>
              <a:gd name="T66" fmla="*/ 63 w 158"/>
              <a:gd name="T67" fmla="*/ 167 h 180"/>
              <a:gd name="T68" fmla="*/ 97 w 158"/>
              <a:gd name="T69" fmla="*/ 158 h 180"/>
              <a:gd name="T70" fmla="*/ 97 w 158"/>
              <a:gd name="T71" fmla="*/ 158 h 180"/>
              <a:gd name="T72" fmla="*/ 98 w 158"/>
              <a:gd name="T73" fmla="*/ 158 h 180"/>
              <a:gd name="T74" fmla="*/ 105 w 158"/>
              <a:gd name="T75" fmla="*/ 164 h 180"/>
              <a:gd name="T76" fmla="*/ 101 w 158"/>
              <a:gd name="T77" fmla="*/ 170 h 180"/>
              <a:gd name="T78" fmla="*/ 67 w 158"/>
              <a:gd name="T79"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58" h="180">
                <a:moveTo>
                  <a:pt x="50" y="140"/>
                </a:moveTo>
                <a:cubicBezTo>
                  <a:pt x="51" y="132"/>
                  <a:pt x="48" y="124"/>
                  <a:pt x="38" y="108"/>
                </a:cubicBezTo>
                <a:cubicBezTo>
                  <a:pt x="32" y="100"/>
                  <a:pt x="29" y="90"/>
                  <a:pt x="29" y="80"/>
                </a:cubicBezTo>
                <a:cubicBezTo>
                  <a:pt x="29" y="53"/>
                  <a:pt x="52" y="31"/>
                  <a:pt x="79" y="31"/>
                </a:cubicBezTo>
                <a:cubicBezTo>
                  <a:pt x="106" y="31"/>
                  <a:pt x="129" y="53"/>
                  <a:pt x="129" y="80"/>
                </a:cubicBezTo>
                <a:cubicBezTo>
                  <a:pt x="129" y="90"/>
                  <a:pt x="126" y="100"/>
                  <a:pt x="121" y="108"/>
                </a:cubicBezTo>
                <a:cubicBezTo>
                  <a:pt x="112" y="120"/>
                  <a:pt x="109" y="128"/>
                  <a:pt x="108" y="135"/>
                </a:cubicBezTo>
                <a:moveTo>
                  <a:pt x="79" y="50"/>
                </a:moveTo>
                <a:cubicBezTo>
                  <a:pt x="63" y="50"/>
                  <a:pt x="49" y="63"/>
                  <a:pt x="49" y="80"/>
                </a:cubicBezTo>
                <a:cubicBezTo>
                  <a:pt x="49" y="96"/>
                  <a:pt x="63" y="110"/>
                  <a:pt x="79" y="110"/>
                </a:cubicBezTo>
                <a:cubicBezTo>
                  <a:pt x="95" y="110"/>
                  <a:pt x="109" y="96"/>
                  <a:pt x="109" y="80"/>
                </a:cubicBezTo>
                <a:cubicBezTo>
                  <a:pt x="109" y="63"/>
                  <a:pt x="95" y="50"/>
                  <a:pt x="79" y="50"/>
                </a:cubicBezTo>
                <a:close/>
                <a:moveTo>
                  <a:pt x="68" y="85"/>
                </a:moveTo>
                <a:cubicBezTo>
                  <a:pt x="76" y="95"/>
                  <a:pt x="76" y="95"/>
                  <a:pt x="76" y="95"/>
                </a:cubicBezTo>
                <a:cubicBezTo>
                  <a:pt x="90" y="70"/>
                  <a:pt x="90" y="70"/>
                  <a:pt x="90" y="70"/>
                </a:cubicBezTo>
                <a:moveTo>
                  <a:pt x="79" y="15"/>
                </a:moveTo>
                <a:cubicBezTo>
                  <a:pt x="79" y="0"/>
                  <a:pt x="79" y="0"/>
                  <a:pt x="79" y="0"/>
                </a:cubicBezTo>
                <a:moveTo>
                  <a:pt x="47" y="24"/>
                </a:moveTo>
                <a:cubicBezTo>
                  <a:pt x="39" y="11"/>
                  <a:pt x="39" y="11"/>
                  <a:pt x="39" y="11"/>
                </a:cubicBezTo>
                <a:moveTo>
                  <a:pt x="10" y="40"/>
                </a:moveTo>
                <a:cubicBezTo>
                  <a:pt x="24" y="48"/>
                  <a:pt x="24" y="48"/>
                  <a:pt x="24" y="48"/>
                </a:cubicBezTo>
                <a:moveTo>
                  <a:pt x="0" y="80"/>
                </a:moveTo>
                <a:cubicBezTo>
                  <a:pt x="15" y="80"/>
                  <a:pt x="15" y="80"/>
                  <a:pt x="15" y="80"/>
                </a:cubicBezTo>
                <a:moveTo>
                  <a:pt x="119" y="11"/>
                </a:moveTo>
                <a:cubicBezTo>
                  <a:pt x="111" y="24"/>
                  <a:pt x="111" y="24"/>
                  <a:pt x="111" y="24"/>
                </a:cubicBezTo>
                <a:moveTo>
                  <a:pt x="148" y="40"/>
                </a:moveTo>
                <a:cubicBezTo>
                  <a:pt x="134" y="48"/>
                  <a:pt x="134" y="48"/>
                  <a:pt x="134" y="48"/>
                </a:cubicBezTo>
                <a:moveTo>
                  <a:pt x="143" y="80"/>
                </a:moveTo>
                <a:cubicBezTo>
                  <a:pt x="158" y="80"/>
                  <a:pt x="158" y="80"/>
                  <a:pt x="158" y="80"/>
                </a:cubicBezTo>
                <a:moveTo>
                  <a:pt x="97" y="144"/>
                </a:moveTo>
                <a:cubicBezTo>
                  <a:pt x="97" y="144"/>
                  <a:pt x="58" y="155"/>
                  <a:pt x="58" y="155"/>
                </a:cubicBezTo>
                <a:cubicBezTo>
                  <a:pt x="55" y="156"/>
                  <a:pt x="53" y="159"/>
                  <a:pt x="53" y="161"/>
                </a:cubicBezTo>
                <a:cubicBezTo>
                  <a:pt x="53" y="165"/>
                  <a:pt x="56" y="168"/>
                  <a:pt x="60" y="168"/>
                </a:cubicBezTo>
                <a:cubicBezTo>
                  <a:pt x="61" y="168"/>
                  <a:pt x="63" y="167"/>
                  <a:pt x="63" y="167"/>
                </a:cubicBezTo>
                <a:cubicBezTo>
                  <a:pt x="97" y="158"/>
                  <a:pt x="97" y="158"/>
                  <a:pt x="97" y="158"/>
                </a:cubicBezTo>
                <a:cubicBezTo>
                  <a:pt x="97" y="158"/>
                  <a:pt x="97" y="158"/>
                  <a:pt x="97" y="158"/>
                </a:cubicBezTo>
                <a:cubicBezTo>
                  <a:pt x="97" y="158"/>
                  <a:pt x="98" y="158"/>
                  <a:pt x="98" y="158"/>
                </a:cubicBezTo>
                <a:cubicBezTo>
                  <a:pt x="102" y="158"/>
                  <a:pt x="105" y="161"/>
                  <a:pt x="105" y="164"/>
                </a:cubicBezTo>
                <a:cubicBezTo>
                  <a:pt x="105" y="167"/>
                  <a:pt x="103" y="169"/>
                  <a:pt x="101" y="170"/>
                </a:cubicBezTo>
                <a:cubicBezTo>
                  <a:pt x="67" y="180"/>
                  <a:pt x="67" y="180"/>
                  <a:pt x="67" y="180"/>
                </a:cubicBezTo>
              </a:path>
            </a:pathLst>
          </a:custGeom>
          <a:noFill/>
          <a:ln w="1905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Open Sans"/>
              <a:ea typeface="+mn-ea"/>
              <a:cs typeface="+mn-cs"/>
            </a:endParaRPr>
          </a:p>
        </p:txBody>
      </p:sp>
      <p:pic>
        <p:nvPicPr>
          <p:cNvPr id="22" name="Imagen 21">
            <a:extLst>
              <a:ext uri="{FF2B5EF4-FFF2-40B4-BE49-F238E27FC236}">
                <a16:creationId xmlns:a16="http://schemas.microsoft.com/office/drawing/2014/main" id="{0CBBA754-1B71-4980-AD7F-4423A9C4421D}"/>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40000"/>
                    </a14:imgEffect>
                  </a14:imgLayer>
                </a14:imgProps>
              </a:ext>
            </a:extLst>
          </a:blip>
          <a:stretch>
            <a:fillRect/>
          </a:stretch>
        </p:blipFill>
        <p:spPr>
          <a:xfrm>
            <a:off x="11282618" y="1"/>
            <a:ext cx="910771" cy="1321903"/>
          </a:xfrm>
          <a:prstGeom prst="rect">
            <a:avLst/>
          </a:prstGeom>
        </p:spPr>
      </p:pic>
    </p:spTree>
    <p:extLst>
      <p:ext uri="{BB962C8B-B14F-4D97-AF65-F5344CB8AC3E}">
        <p14:creationId xmlns:p14="http://schemas.microsoft.com/office/powerpoint/2010/main" val="2825570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Imagen 27">
            <a:extLst>
              <a:ext uri="{FF2B5EF4-FFF2-40B4-BE49-F238E27FC236}">
                <a16:creationId xmlns:a16="http://schemas.microsoft.com/office/drawing/2014/main" id="{24334AD4-6EB1-4C20-B212-684FE9461C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9" y="136525"/>
            <a:ext cx="12192000" cy="6854251"/>
          </a:xfrm>
          <a:prstGeom prst="rect">
            <a:avLst/>
          </a:prstGeom>
        </p:spPr>
      </p:pic>
      <p:sp>
        <p:nvSpPr>
          <p:cNvPr id="27" name="CuadroTexto 26">
            <a:extLst>
              <a:ext uri="{FF2B5EF4-FFF2-40B4-BE49-F238E27FC236}">
                <a16:creationId xmlns:a16="http://schemas.microsoft.com/office/drawing/2014/main" id="{534B4240-D408-4F17-8CDE-AAB831BEF75D}"/>
              </a:ext>
            </a:extLst>
          </p:cNvPr>
          <p:cNvSpPr txBox="1"/>
          <p:nvPr/>
        </p:nvSpPr>
        <p:spPr>
          <a:xfrm>
            <a:off x="152114" y="175735"/>
            <a:ext cx="767743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3600" b="1" dirty="0" smtClean="0">
                <a:solidFill>
                  <a:srgbClr val="5B87C5"/>
                </a:solidFill>
                <a:latin typeface="Arial"/>
                <a:cs typeface="Arial"/>
              </a:rPr>
              <a:t>Que </a:t>
            </a:r>
            <a:r>
              <a:rPr lang="es-MX" sz="3600" b="1" dirty="0" smtClean="0">
                <a:solidFill>
                  <a:srgbClr val="5B87C5"/>
                </a:solidFill>
                <a:latin typeface="Arial"/>
                <a:cs typeface="Arial"/>
              </a:rPr>
              <a:t>hicieron </a:t>
            </a:r>
            <a:endParaRPr kumimoji="0" lang="es-ES" sz="3600" b="1" i="0" u="none" strike="noStrike" kern="1200" cap="none" spc="0" normalizeH="0" baseline="0" noProof="0" dirty="0">
              <a:ln>
                <a:noFill/>
              </a:ln>
              <a:solidFill>
                <a:srgbClr val="5B87C5"/>
              </a:solidFill>
              <a:effectLst/>
              <a:uLnTx/>
              <a:uFillTx/>
              <a:latin typeface="Arial"/>
              <a:ea typeface="+mn-ea"/>
              <a:cs typeface="Arial"/>
            </a:endParaRPr>
          </a:p>
        </p:txBody>
      </p:sp>
      <p:cxnSp>
        <p:nvCxnSpPr>
          <p:cNvPr id="29" name="Conector recto 28">
            <a:extLst>
              <a:ext uri="{FF2B5EF4-FFF2-40B4-BE49-F238E27FC236}">
                <a16:creationId xmlns:a16="http://schemas.microsoft.com/office/drawing/2014/main" id="{C5FA1855-42FA-40B2-ABF2-CF3857156526}"/>
              </a:ext>
            </a:extLst>
          </p:cNvPr>
          <p:cNvCxnSpPr/>
          <p:nvPr/>
        </p:nvCxnSpPr>
        <p:spPr>
          <a:xfrm>
            <a:off x="7899" y="822066"/>
            <a:ext cx="2922035" cy="0"/>
          </a:xfrm>
          <a:prstGeom prst="line">
            <a:avLst/>
          </a:prstGeom>
          <a:ln>
            <a:solidFill>
              <a:srgbClr val="D56C51"/>
            </a:solidFill>
          </a:ln>
        </p:spPr>
        <p:style>
          <a:lnRef idx="2">
            <a:schemeClr val="accent1"/>
          </a:lnRef>
          <a:fillRef idx="0">
            <a:schemeClr val="accent1"/>
          </a:fillRef>
          <a:effectRef idx="1">
            <a:schemeClr val="accent1"/>
          </a:effectRef>
          <a:fontRef idx="minor">
            <a:schemeClr val="tx1"/>
          </a:fontRef>
        </p:style>
      </p:cxnSp>
      <p:sp>
        <p:nvSpPr>
          <p:cNvPr id="2" name="Marcador de número de diapositiva 1">
            <a:extLst>
              <a:ext uri="{FF2B5EF4-FFF2-40B4-BE49-F238E27FC236}">
                <a16:creationId xmlns:a16="http://schemas.microsoft.com/office/drawing/2014/main" id="{1AFA1550-C43F-4FC6-94D5-11680DE6441A}"/>
              </a:ext>
            </a:extLst>
          </p:cNvPr>
          <p:cNvSpPr>
            <a:spLocks noGrp="1"/>
          </p:cNvSpPr>
          <p:nvPr>
            <p:ph type="sldNum" sz="quarter" idx="12"/>
          </p:nvPr>
        </p:nvSpPr>
        <p:spPr/>
        <p:txBody>
          <a:bodyPr/>
          <a:lstStyle/>
          <a:p>
            <a:fld id="{67F76EE7-C3C3-4412-A933-629E31A91FEF}" type="slidenum">
              <a:rPr lang="es-CO" smtClean="0"/>
              <a:t>2</a:t>
            </a:fld>
            <a:endParaRPr lang="es-CO"/>
          </a:p>
        </p:txBody>
      </p:sp>
      <p:pic>
        <p:nvPicPr>
          <p:cNvPr id="9" name="Imagen 8">
            <a:extLst>
              <a:ext uri="{FF2B5EF4-FFF2-40B4-BE49-F238E27FC236}">
                <a16:creationId xmlns:a16="http://schemas.microsoft.com/office/drawing/2014/main" id="{15A5937A-7192-410E-88AD-EE20AF05EABE}"/>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p:blipFill>
        <p:spPr>
          <a:xfrm>
            <a:off x="11171582" y="1"/>
            <a:ext cx="1021807" cy="1483062"/>
          </a:xfrm>
          <a:prstGeom prst="rect">
            <a:avLst/>
          </a:prstGeom>
        </p:spPr>
      </p:pic>
      <p:pic>
        <p:nvPicPr>
          <p:cNvPr id="5" name="Imagen 4"/>
          <p:cNvPicPr>
            <a:picLocks noChangeAspect="1"/>
          </p:cNvPicPr>
          <p:nvPr/>
        </p:nvPicPr>
        <p:blipFill rotWithShape="1">
          <a:blip r:embed="rId6">
            <a:extLst>
              <a:ext uri="{28A0092B-C50C-407E-A947-70E740481C1C}">
                <a14:useLocalDpi xmlns:a14="http://schemas.microsoft.com/office/drawing/2010/main" val="0"/>
              </a:ext>
            </a:extLst>
          </a:blip>
          <a:srcRect b="8129"/>
          <a:stretch/>
        </p:blipFill>
        <p:spPr>
          <a:xfrm>
            <a:off x="913396" y="952568"/>
            <a:ext cx="4933827" cy="4848586"/>
          </a:xfrm>
          <a:prstGeom prst="rect">
            <a:avLst/>
          </a:prstGeom>
        </p:spPr>
      </p:pic>
      <p:pic>
        <p:nvPicPr>
          <p:cNvPr id="6" name="Imagen 5"/>
          <p:cNvPicPr>
            <a:picLocks noChangeAspect="1"/>
          </p:cNvPicPr>
          <p:nvPr/>
        </p:nvPicPr>
        <p:blipFill>
          <a:blip r:embed="rId7"/>
          <a:stretch>
            <a:fillRect/>
          </a:stretch>
        </p:blipFill>
        <p:spPr>
          <a:xfrm>
            <a:off x="6526380" y="952568"/>
            <a:ext cx="4424998" cy="4854608"/>
          </a:xfrm>
          <a:prstGeom prst="rect">
            <a:avLst/>
          </a:prstGeom>
        </p:spPr>
      </p:pic>
    </p:spTree>
    <p:extLst>
      <p:ext uri="{BB962C8B-B14F-4D97-AF65-F5344CB8AC3E}">
        <p14:creationId xmlns:p14="http://schemas.microsoft.com/office/powerpoint/2010/main" val="3912063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Imagen 27">
            <a:extLst>
              <a:ext uri="{FF2B5EF4-FFF2-40B4-BE49-F238E27FC236}">
                <a16:creationId xmlns:a16="http://schemas.microsoft.com/office/drawing/2014/main" id="{24334AD4-6EB1-4C20-B212-684FE9461C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9" y="136525"/>
            <a:ext cx="12192000" cy="6854251"/>
          </a:xfrm>
          <a:prstGeom prst="rect">
            <a:avLst/>
          </a:prstGeom>
        </p:spPr>
      </p:pic>
      <p:sp>
        <p:nvSpPr>
          <p:cNvPr id="27" name="CuadroTexto 26">
            <a:extLst>
              <a:ext uri="{FF2B5EF4-FFF2-40B4-BE49-F238E27FC236}">
                <a16:creationId xmlns:a16="http://schemas.microsoft.com/office/drawing/2014/main" id="{534B4240-D408-4F17-8CDE-AAB831BEF75D}"/>
              </a:ext>
            </a:extLst>
          </p:cNvPr>
          <p:cNvSpPr txBox="1"/>
          <p:nvPr/>
        </p:nvSpPr>
        <p:spPr>
          <a:xfrm>
            <a:off x="152114" y="175735"/>
            <a:ext cx="767743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3600" b="1" dirty="0" smtClean="0">
                <a:solidFill>
                  <a:srgbClr val="5B87C5"/>
                </a:solidFill>
                <a:latin typeface="Arial"/>
                <a:cs typeface="Arial"/>
              </a:rPr>
              <a:t>Que </a:t>
            </a:r>
            <a:r>
              <a:rPr lang="es-MX" sz="3600" b="1" dirty="0" smtClean="0">
                <a:solidFill>
                  <a:srgbClr val="5B87C5"/>
                </a:solidFill>
                <a:latin typeface="Arial"/>
                <a:cs typeface="Arial"/>
              </a:rPr>
              <a:t>usaron </a:t>
            </a:r>
            <a:endParaRPr kumimoji="0" lang="es-ES" sz="3600" b="1" i="0" u="none" strike="noStrike" kern="1200" cap="none" spc="0" normalizeH="0" baseline="0" noProof="0" dirty="0">
              <a:ln>
                <a:noFill/>
              </a:ln>
              <a:solidFill>
                <a:srgbClr val="5B87C5"/>
              </a:solidFill>
              <a:effectLst/>
              <a:uLnTx/>
              <a:uFillTx/>
              <a:latin typeface="Arial"/>
              <a:ea typeface="+mn-ea"/>
              <a:cs typeface="Arial"/>
            </a:endParaRPr>
          </a:p>
        </p:txBody>
      </p:sp>
      <p:cxnSp>
        <p:nvCxnSpPr>
          <p:cNvPr id="29" name="Conector recto 28">
            <a:extLst>
              <a:ext uri="{FF2B5EF4-FFF2-40B4-BE49-F238E27FC236}">
                <a16:creationId xmlns:a16="http://schemas.microsoft.com/office/drawing/2014/main" id="{C5FA1855-42FA-40B2-ABF2-CF3857156526}"/>
              </a:ext>
            </a:extLst>
          </p:cNvPr>
          <p:cNvCxnSpPr/>
          <p:nvPr/>
        </p:nvCxnSpPr>
        <p:spPr>
          <a:xfrm>
            <a:off x="7899" y="822066"/>
            <a:ext cx="2922035" cy="0"/>
          </a:xfrm>
          <a:prstGeom prst="line">
            <a:avLst/>
          </a:prstGeom>
          <a:ln>
            <a:solidFill>
              <a:srgbClr val="D56C51"/>
            </a:solidFill>
          </a:ln>
        </p:spPr>
        <p:style>
          <a:lnRef idx="2">
            <a:schemeClr val="accent1"/>
          </a:lnRef>
          <a:fillRef idx="0">
            <a:schemeClr val="accent1"/>
          </a:fillRef>
          <a:effectRef idx="1">
            <a:schemeClr val="accent1"/>
          </a:effectRef>
          <a:fontRef idx="minor">
            <a:schemeClr val="tx1"/>
          </a:fontRef>
        </p:style>
      </p:cxnSp>
      <p:sp>
        <p:nvSpPr>
          <p:cNvPr id="2" name="Marcador de número de diapositiva 1">
            <a:extLst>
              <a:ext uri="{FF2B5EF4-FFF2-40B4-BE49-F238E27FC236}">
                <a16:creationId xmlns:a16="http://schemas.microsoft.com/office/drawing/2014/main" id="{1AFA1550-C43F-4FC6-94D5-11680DE6441A}"/>
              </a:ext>
            </a:extLst>
          </p:cNvPr>
          <p:cNvSpPr>
            <a:spLocks noGrp="1"/>
          </p:cNvSpPr>
          <p:nvPr>
            <p:ph type="sldNum" sz="quarter" idx="12"/>
          </p:nvPr>
        </p:nvSpPr>
        <p:spPr/>
        <p:txBody>
          <a:bodyPr/>
          <a:lstStyle/>
          <a:p>
            <a:fld id="{67F76EE7-C3C3-4412-A933-629E31A91FEF}" type="slidenum">
              <a:rPr lang="es-CO" smtClean="0"/>
              <a:t>3</a:t>
            </a:fld>
            <a:endParaRPr lang="es-CO"/>
          </a:p>
        </p:txBody>
      </p:sp>
      <p:pic>
        <p:nvPicPr>
          <p:cNvPr id="9" name="Imagen 8">
            <a:extLst>
              <a:ext uri="{FF2B5EF4-FFF2-40B4-BE49-F238E27FC236}">
                <a16:creationId xmlns:a16="http://schemas.microsoft.com/office/drawing/2014/main" id="{15A5937A-7192-410E-88AD-EE20AF05EABE}"/>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p:blipFill>
        <p:spPr>
          <a:xfrm>
            <a:off x="11171582" y="1"/>
            <a:ext cx="1021807" cy="1483062"/>
          </a:xfrm>
          <a:prstGeom prst="rect">
            <a:avLst/>
          </a:prstGeom>
        </p:spPr>
      </p:pic>
      <p:sp>
        <p:nvSpPr>
          <p:cNvPr id="3" name="CuadroTexto 2"/>
          <p:cNvSpPr txBox="1"/>
          <p:nvPr/>
        </p:nvSpPr>
        <p:spPr>
          <a:xfrm>
            <a:off x="391450" y="1107497"/>
            <a:ext cx="2538484" cy="400110"/>
          </a:xfrm>
          <a:prstGeom prst="rect">
            <a:avLst/>
          </a:prstGeom>
          <a:noFill/>
        </p:spPr>
        <p:txBody>
          <a:bodyPr wrap="square" rtlCol="0">
            <a:spAutoFit/>
          </a:bodyPr>
          <a:lstStyle/>
          <a:p>
            <a:pPr algn="ctr"/>
            <a:r>
              <a:rPr lang="en-US" sz="2000" b="1" u="sng" dirty="0" err="1">
                <a:solidFill>
                  <a:srgbClr val="5B87C5"/>
                </a:solidFill>
                <a:latin typeface="Arial" panose="020B0604020202020204" pitchFamily="34" charset="0"/>
                <a:cs typeface="Arial" panose="020B0604020202020204" pitchFamily="34" charset="0"/>
              </a:rPr>
              <a:t>Elemento</a:t>
            </a:r>
            <a:r>
              <a:rPr lang="en-US" sz="2000" b="1" u="sng" dirty="0">
                <a:solidFill>
                  <a:srgbClr val="5B87C5"/>
                </a:solidFill>
                <a:latin typeface="Arial" panose="020B0604020202020204" pitchFamily="34" charset="0"/>
                <a:cs typeface="Arial" panose="020B0604020202020204" pitchFamily="34" charset="0"/>
              </a:rPr>
              <a:t> </a:t>
            </a:r>
            <a:r>
              <a:rPr lang="en-US" sz="2000" b="1" u="sng" dirty="0" err="1">
                <a:solidFill>
                  <a:srgbClr val="5B87C5"/>
                </a:solidFill>
                <a:latin typeface="Arial" panose="020B0604020202020204" pitchFamily="34" charset="0"/>
                <a:cs typeface="Arial" panose="020B0604020202020204" pitchFamily="34" charset="0"/>
              </a:rPr>
              <a:t>Radiante</a:t>
            </a:r>
            <a:endParaRPr lang="en-US" sz="2000" b="1" u="sng" dirty="0">
              <a:solidFill>
                <a:srgbClr val="5B87C5"/>
              </a:solidFill>
              <a:latin typeface="Arial" panose="020B0604020202020204" pitchFamily="34" charset="0"/>
              <a:cs typeface="Arial" panose="020B0604020202020204" pitchFamily="34" charset="0"/>
            </a:endParaRPr>
          </a:p>
        </p:txBody>
      </p:sp>
      <p:sp>
        <p:nvSpPr>
          <p:cNvPr id="4" name="CuadroTexto 3"/>
          <p:cNvSpPr txBox="1"/>
          <p:nvPr/>
        </p:nvSpPr>
        <p:spPr>
          <a:xfrm>
            <a:off x="873457" y="1793037"/>
            <a:ext cx="6005015" cy="3354765"/>
          </a:xfrm>
          <a:prstGeom prst="rect">
            <a:avLst/>
          </a:prstGeom>
          <a:noFill/>
        </p:spPr>
        <p:txBody>
          <a:bodyPr wrap="square" rtlCol="0">
            <a:spAutoFit/>
          </a:bodyPr>
          <a:lstStyle/>
          <a:p>
            <a:pPr marL="285750" indent="-285750">
              <a:buFont typeface="Wingdings" panose="05000000000000000000" pitchFamily="2" charset="2"/>
              <a:buChar char="Ø"/>
            </a:pPr>
            <a:r>
              <a:rPr lang="es-MX" sz="1600" dirty="0" smtClean="0">
                <a:latin typeface="Arial" panose="020B0604020202020204" pitchFamily="34" charset="0"/>
                <a:cs typeface="Arial" panose="020B0604020202020204" pitchFamily="34" charset="0"/>
              </a:rPr>
              <a:t>Sustrato:</a:t>
            </a:r>
          </a:p>
          <a:p>
            <a:pPr marL="742950" lvl="2" indent="-285750">
              <a:buFont typeface="Wingdings" panose="05000000000000000000" pitchFamily="2" charset="2"/>
              <a:buChar char="§"/>
            </a:pPr>
            <a:r>
              <a:rPr lang="en-US" b="1" dirty="0" err="1"/>
              <a:t>Polidimetilsiloxano</a:t>
            </a:r>
            <a:r>
              <a:rPr lang="en-US" b="1" dirty="0"/>
              <a:t> (PDMS</a:t>
            </a:r>
            <a:r>
              <a:rPr lang="en-US" b="1" dirty="0" smtClean="0"/>
              <a:t>)</a:t>
            </a:r>
          </a:p>
          <a:p>
            <a:pPr marL="1200150" lvl="3" indent="-285750">
              <a:buFont typeface="Arial" panose="020B0604020202020204" pitchFamily="34" charset="0"/>
              <a:buChar char="•"/>
            </a:pPr>
            <a:r>
              <a:rPr lang="es-MX" sz="1600" dirty="0" smtClean="0">
                <a:latin typeface="Arial" panose="020B0604020202020204" pitchFamily="34" charset="0"/>
                <a:cs typeface="Arial" panose="020B0604020202020204" pitchFamily="34" charset="0"/>
              </a:rPr>
              <a:t>Tracción: mas del 50% de estiramiento</a:t>
            </a:r>
          </a:p>
          <a:p>
            <a:pPr marL="1200150" lvl="3" indent="-285750">
              <a:buFont typeface="Arial" panose="020B0604020202020204" pitchFamily="34" charset="0"/>
              <a:buChar char="•"/>
            </a:pPr>
            <a:r>
              <a:rPr lang="es-MX" sz="1600" dirty="0" smtClean="0">
                <a:latin typeface="Arial" panose="020B0604020202020204" pitchFamily="34" charset="0"/>
                <a:cs typeface="Arial" panose="020B0604020202020204" pitchFamily="34" charset="0"/>
              </a:rPr>
              <a:t>Constante dieléctrica relativa: varia entre 2 a 5</a:t>
            </a:r>
          </a:p>
          <a:p>
            <a:pPr marL="1657350" lvl="4" indent="-285750">
              <a:buFont typeface="Courier New" panose="02070309020205020404" pitchFamily="49" charset="0"/>
              <a:buChar char="o"/>
            </a:pPr>
            <a:r>
              <a:rPr lang="es-MX" sz="1600" dirty="0" smtClean="0">
                <a:latin typeface="Arial" panose="020B0604020202020204" pitchFamily="34" charset="0"/>
                <a:cs typeface="Arial" panose="020B0604020202020204" pitchFamily="34" charset="0"/>
              </a:rPr>
              <a:t>Sin estirar = 2.7</a:t>
            </a:r>
          </a:p>
          <a:p>
            <a:pPr marL="1657350" lvl="4" indent="-285750">
              <a:buFont typeface="Courier New" panose="02070309020205020404" pitchFamily="49" charset="0"/>
              <a:buChar char="o"/>
            </a:pPr>
            <a:r>
              <a:rPr lang="es-MX" sz="1600" dirty="0" smtClean="0">
                <a:latin typeface="Arial" panose="020B0604020202020204" pitchFamily="34" charset="0"/>
                <a:cs typeface="Arial" panose="020B0604020202020204" pitchFamily="34" charset="0"/>
              </a:rPr>
              <a:t>Estirada al 35% = 2.95</a:t>
            </a:r>
          </a:p>
          <a:p>
            <a:pPr marL="285750" indent="-285750">
              <a:buFont typeface="Wingdings" panose="05000000000000000000" pitchFamily="2" charset="2"/>
              <a:buChar char="Ø"/>
            </a:pPr>
            <a:r>
              <a:rPr lang="es-MX" sz="1600" dirty="0" smtClean="0">
                <a:latin typeface="Arial" panose="020B0604020202020204" pitchFamily="34" charset="0"/>
                <a:cs typeface="Arial" panose="020B0604020202020204" pitchFamily="34" charset="0"/>
              </a:rPr>
              <a:t>Capa Conductora:</a:t>
            </a:r>
          </a:p>
          <a:p>
            <a:pPr marL="742950" lvl="1" indent="-285750">
              <a:buFont typeface="Wingdings" panose="05000000000000000000" pitchFamily="2" charset="2"/>
              <a:buChar char="§"/>
            </a:pPr>
            <a:r>
              <a:rPr lang="en-US" dirty="0"/>
              <a:t>metal </a:t>
            </a:r>
            <a:r>
              <a:rPr lang="en-US" b="1" dirty="0"/>
              <a:t>Au/Ni</a:t>
            </a:r>
            <a:r>
              <a:rPr lang="en-US" dirty="0"/>
              <a:t> (Oro/</a:t>
            </a:r>
            <a:r>
              <a:rPr lang="en-US" dirty="0" err="1"/>
              <a:t>Níquel</a:t>
            </a:r>
            <a:r>
              <a:rPr lang="en-US" dirty="0" smtClean="0"/>
              <a:t>)</a:t>
            </a:r>
          </a:p>
          <a:p>
            <a:pPr marL="742950" lvl="1" indent="-285750">
              <a:buFont typeface="Wingdings" panose="05000000000000000000" pitchFamily="2" charset="2"/>
              <a:buChar char="§"/>
            </a:pPr>
            <a:r>
              <a:rPr lang="es-MX" sz="1600" dirty="0" smtClean="0">
                <a:latin typeface="Arial" panose="020B0604020202020204" pitchFamily="34" charset="0"/>
                <a:cs typeface="Arial" panose="020B0604020202020204" pitchFamily="34" charset="0"/>
              </a:rPr>
              <a:t>Reforzaron y Repararon</a:t>
            </a:r>
          </a:p>
          <a:p>
            <a:pPr marL="1200150" lvl="2" indent="-285750">
              <a:buFont typeface="Arial" panose="020B0604020202020204" pitchFamily="34" charset="0"/>
              <a:buChar char="•"/>
            </a:pPr>
            <a:r>
              <a:rPr lang="es-MX" sz="1600" dirty="0">
                <a:latin typeface="Arial" panose="020B0604020202020204" pitchFamily="34" charset="0"/>
                <a:cs typeface="Arial" panose="020B0604020202020204" pitchFamily="34" charset="0"/>
              </a:rPr>
              <a:t>Pasta de plata </a:t>
            </a:r>
            <a:r>
              <a:rPr lang="es-MX" sz="1600" dirty="0" smtClean="0">
                <a:latin typeface="Arial" panose="020B0604020202020204" pitchFamily="34" charset="0"/>
                <a:cs typeface="Arial" panose="020B0604020202020204" pitchFamily="34" charset="0"/>
              </a:rPr>
              <a:t>conductiva</a:t>
            </a:r>
          </a:p>
          <a:p>
            <a:pPr marL="742950" lvl="1" indent="-285750">
              <a:buFont typeface="Wingdings" panose="05000000000000000000" pitchFamily="2" charset="2"/>
              <a:buChar char="§"/>
            </a:pPr>
            <a:r>
              <a:rPr lang="es-MX" sz="1600" dirty="0" smtClean="0">
                <a:latin typeface="Arial" panose="020B0604020202020204" pitchFamily="34" charset="0"/>
                <a:cs typeface="Arial" panose="020B0604020202020204" pitchFamily="34" charset="0"/>
              </a:rPr>
              <a:t>Largo </a:t>
            </a:r>
            <a:r>
              <a:rPr lang="es-MX" sz="1600" dirty="0">
                <a:latin typeface="Arial" panose="020B0604020202020204" pitchFamily="34" charset="0"/>
                <a:cs typeface="Arial" panose="020B0604020202020204" pitchFamily="34" charset="0"/>
              </a:rPr>
              <a:t>inicial del parche (L_p0): 14 </a:t>
            </a:r>
            <a:r>
              <a:rPr lang="es-MX" sz="1600" dirty="0" err="1" smtClean="0">
                <a:latin typeface="Arial" panose="020B0604020202020204" pitchFamily="34" charset="0"/>
                <a:cs typeface="Arial" panose="020B0604020202020204" pitchFamily="34" charset="0"/>
              </a:rPr>
              <a:t>mm.</a:t>
            </a:r>
            <a:endParaRPr lang="es-MX" sz="1600" dirty="0" smtClean="0">
              <a:latin typeface="Arial" panose="020B0604020202020204" pitchFamily="34" charset="0"/>
              <a:cs typeface="Arial" panose="020B0604020202020204" pitchFamily="34" charset="0"/>
            </a:endParaRPr>
          </a:p>
          <a:p>
            <a:pPr marL="742950" lvl="1" indent="-285750">
              <a:buFont typeface="Wingdings" panose="05000000000000000000" pitchFamily="2" charset="2"/>
              <a:buChar char="§"/>
            </a:pPr>
            <a:r>
              <a:rPr lang="es-MX" sz="1600" dirty="0" smtClean="0">
                <a:latin typeface="Arial" panose="020B0604020202020204" pitchFamily="34" charset="0"/>
                <a:cs typeface="Arial" panose="020B0604020202020204" pitchFamily="34" charset="0"/>
              </a:rPr>
              <a:t>Ancho </a:t>
            </a:r>
            <a:r>
              <a:rPr lang="es-MX" sz="1600" dirty="0">
                <a:latin typeface="Arial" panose="020B0604020202020204" pitchFamily="34" charset="0"/>
                <a:cs typeface="Arial" panose="020B0604020202020204" pitchFamily="34" charset="0"/>
              </a:rPr>
              <a:t>inicial del parche (W_p0): 18 mm</a:t>
            </a:r>
          </a:p>
          <a:p>
            <a:pPr marL="742950" lvl="1" indent="-285750">
              <a:buFont typeface="Wingdings" panose="05000000000000000000" pitchFamily="2" charset="2"/>
              <a:buChar char="§"/>
            </a:pPr>
            <a:endParaRPr lang="es-MX" sz="1600" dirty="0" smtClean="0">
              <a:latin typeface="Arial" panose="020B0604020202020204" pitchFamily="34" charset="0"/>
              <a:cs typeface="Arial" panose="020B0604020202020204" pitchFamily="34" charset="0"/>
            </a:endParaRPr>
          </a:p>
        </p:txBody>
      </p:sp>
      <p:pic>
        <p:nvPicPr>
          <p:cNvPr id="6" name="Imagen 5"/>
          <p:cNvPicPr>
            <a:picLocks noChangeAspect="1"/>
          </p:cNvPicPr>
          <p:nvPr/>
        </p:nvPicPr>
        <p:blipFill>
          <a:blip r:embed="rId6"/>
          <a:stretch>
            <a:fillRect/>
          </a:stretch>
        </p:blipFill>
        <p:spPr>
          <a:xfrm>
            <a:off x="7165075" y="822066"/>
            <a:ext cx="3342032" cy="5413451"/>
          </a:xfrm>
          <a:prstGeom prst="rect">
            <a:avLst/>
          </a:prstGeom>
        </p:spPr>
      </p:pic>
      <p:sp>
        <p:nvSpPr>
          <p:cNvPr id="7" name="CuadroTexto 6"/>
          <p:cNvSpPr txBox="1"/>
          <p:nvPr/>
        </p:nvSpPr>
        <p:spPr>
          <a:xfrm>
            <a:off x="8952931" y="3286651"/>
            <a:ext cx="490840" cy="276999"/>
          </a:xfrm>
          <a:prstGeom prst="rect">
            <a:avLst/>
          </a:prstGeom>
          <a:noFill/>
        </p:spPr>
        <p:txBody>
          <a:bodyPr wrap="none" rtlCol="0">
            <a:spAutoFit/>
          </a:bodyPr>
          <a:lstStyle/>
          <a:p>
            <a:r>
              <a:rPr lang="es-MX" sz="1200" dirty="0" smtClean="0">
                <a:latin typeface="Arial" panose="020B0604020202020204" pitchFamily="34" charset="0"/>
                <a:cs typeface="Arial" panose="020B0604020202020204" pitchFamily="34" charset="0"/>
              </a:rPr>
              <a:t>10%</a:t>
            </a:r>
            <a:endParaRPr lang="en-US" dirty="0">
              <a:latin typeface="Arial" panose="020B0604020202020204" pitchFamily="34" charset="0"/>
              <a:cs typeface="Arial" panose="020B0604020202020204" pitchFamily="34" charset="0"/>
            </a:endParaRPr>
          </a:p>
        </p:txBody>
      </p:sp>
      <p:sp>
        <p:nvSpPr>
          <p:cNvPr id="12" name="CuadroTexto 11"/>
          <p:cNvSpPr txBox="1"/>
          <p:nvPr/>
        </p:nvSpPr>
        <p:spPr>
          <a:xfrm>
            <a:off x="8952451" y="5810050"/>
            <a:ext cx="490840" cy="276999"/>
          </a:xfrm>
          <a:prstGeom prst="rect">
            <a:avLst/>
          </a:prstGeom>
          <a:noFill/>
        </p:spPr>
        <p:txBody>
          <a:bodyPr wrap="none" rtlCol="0">
            <a:spAutoFit/>
          </a:bodyPr>
          <a:lstStyle/>
          <a:p>
            <a:r>
              <a:rPr lang="es-MX" sz="1200" dirty="0" smtClean="0">
                <a:latin typeface="Arial" panose="020B0604020202020204" pitchFamily="34" charset="0"/>
                <a:cs typeface="Arial" panose="020B0604020202020204" pitchFamily="34" charset="0"/>
              </a:rPr>
              <a:t>25%</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77935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Imagen 27">
            <a:extLst>
              <a:ext uri="{FF2B5EF4-FFF2-40B4-BE49-F238E27FC236}">
                <a16:creationId xmlns:a16="http://schemas.microsoft.com/office/drawing/2014/main" id="{24334AD4-6EB1-4C20-B212-684FE9461C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9" y="136525"/>
            <a:ext cx="12192000" cy="6854251"/>
          </a:xfrm>
          <a:prstGeom prst="rect">
            <a:avLst/>
          </a:prstGeom>
        </p:spPr>
      </p:pic>
      <p:sp>
        <p:nvSpPr>
          <p:cNvPr id="27" name="CuadroTexto 26">
            <a:extLst>
              <a:ext uri="{FF2B5EF4-FFF2-40B4-BE49-F238E27FC236}">
                <a16:creationId xmlns:a16="http://schemas.microsoft.com/office/drawing/2014/main" id="{534B4240-D408-4F17-8CDE-AAB831BEF75D}"/>
              </a:ext>
            </a:extLst>
          </p:cNvPr>
          <p:cNvSpPr txBox="1"/>
          <p:nvPr/>
        </p:nvSpPr>
        <p:spPr>
          <a:xfrm>
            <a:off x="152114" y="175735"/>
            <a:ext cx="7677436" cy="646331"/>
          </a:xfrm>
          <a:prstGeom prst="rect">
            <a:avLst/>
          </a:prstGeom>
          <a:noFill/>
        </p:spPr>
        <p:txBody>
          <a:bodyPr wrap="square" rtlCol="0">
            <a:spAutoFit/>
          </a:bodyPr>
          <a:lstStyle/>
          <a:p>
            <a:pPr lvl="0">
              <a:defRPr/>
            </a:pPr>
            <a:r>
              <a:rPr lang="es-ES" sz="3600" b="1" dirty="0">
                <a:solidFill>
                  <a:srgbClr val="5B87C5"/>
                </a:solidFill>
                <a:latin typeface="Arial"/>
                <a:cs typeface="Arial"/>
              </a:rPr>
              <a:t>Instrumentación</a:t>
            </a:r>
            <a:endParaRPr kumimoji="0" lang="es-ES" sz="3600" b="1" i="0" u="none" strike="noStrike" kern="1200" cap="none" spc="0" normalizeH="0" baseline="0" noProof="0" dirty="0">
              <a:ln>
                <a:noFill/>
              </a:ln>
              <a:solidFill>
                <a:srgbClr val="5B87C5"/>
              </a:solidFill>
              <a:effectLst/>
              <a:uLnTx/>
              <a:uFillTx/>
              <a:latin typeface="Arial"/>
              <a:ea typeface="+mn-ea"/>
              <a:cs typeface="Arial"/>
            </a:endParaRPr>
          </a:p>
        </p:txBody>
      </p:sp>
      <p:cxnSp>
        <p:nvCxnSpPr>
          <p:cNvPr id="29" name="Conector recto 28">
            <a:extLst>
              <a:ext uri="{FF2B5EF4-FFF2-40B4-BE49-F238E27FC236}">
                <a16:creationId xmlns:a16="http://schemas.microsoft.com/office/drawing/2014/main" id="{C5FA1855-42FA-40B2-ABF2-CF3857156526}"/>
              </a:ext>
            </a:extLst>
          </p:cNvPr>
          <p:cNvCxnSpPr/>
          <p:nvPr/>
        </p:nvCxnSpPr>
        <p:spPr>
          <a:xfrm>
            <a:off x="7899" y="822066"/>
            <a:ext cx="2922035" cy="0"/>
          </a:xfrm>
          <a:prstGeom prst="line">
            <a:avLst/>
          </a:prstGeom>
          <a:ln>
            <a:solidFill>
              <a:srgbClr val="D56C51"/>
            </a:solidFill>
          </a:ln>
        </p:spPr>
        <p:style>
          <a:lnRef idx="2">
            <a:schemeClr val="accent1"/>
          </a:lnRef>
          <a:fillRef idx="0">
            <a:schemeClr val="accent1"/>
          </a:fillRef>
          <a:effectRef idx="1">
            <a:schemeClr val="accent1"/>
          </a:effectRef>
          <a:fontRef idx="minor">
            <a:schemeClr val="tx1"/>
          </a:fontRef>
        </p:style>
      </p:cxnSp>
      <p:sp>
        <p:nvSpPr>
          <p:cNvPr id="2" name="Marcador de número de diapositiva 1">
            <a:extLst>
              <a:ext uri="{FF2B5EF4-FFF2-40B4-BE49-F238E27FC236}">
                <a16:creationId xmlns:a16="http://schemas.microsoft.com/office/drawing/2014/main" id="{1AFA1550-C43F-4FC6-94D5-11680DE6441A}"/>
              </a:ext>
            </a:extLst>
          </p:cNvPr>
          <p:cNvSpPr>
            <a:spLocks noGrp="1"/>
          </p:cNvSpPr>
          <p:nvPr>
            <p:ph type="sldNum" sz="quarter" idx="12"/>
          </p:nvPr>
        </p:nvSpPr>
        <p:spPr/>
        <p:txBody>
          <a:bodyPr/>
          <a:lstStyle/>
          <a:p>
            <a:fld id="{67F76EE7-C3C3-4412-A933-629E31A91FEF}" type="slidenum">
              <a:rPr lang="es-CO" smtClean="0"/>
              <a:t>4</a:t>
            </a:fld>
            <a:endParaRPr lang="es-CO"/>
          </a:p>
        </p:txBody>
      </p:sp>
      <p:pic>
        <p:nvPicPr>
          <p:cNvPr id="9" name="Imagen 8">
            <a:extLst>
              <a:ext uri="{FF2B5EF4-FFF2-40B4-BE49-F238E27FC236}">
                <a16:creationId xmlns:a16="http://schemas.microsoft.com/office/drawing/2014/main" id="{15A5937A-7192-410E-88AD-EE20AF05EABE}"/>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p:blipFill>
        <p:spPr>
          <a:xfrm>
            <a:off x="11171582" y="1"/>
            <a:ext cx="1021807" cy="1483062"/>
          </a:xfrm>
          <a:prstGeom prst="rect">
            <a:avLst/>
          </a:prstGeom>
        </p:spPr>
      </p:pic>
      <p:sp>
        <p:nvSpPr>
          <p:cNvPr id="3" name="CuadroTexto 2"/>
          <p:cNvSpPr txBox="1"/>
          <p:nvPr/>
        </p:nvSpPr>
        <p:spPr>
          <a:xfrm>
            <a:off x="391449" y="1107497"/>
            <a:ext cx="2843069" cy="400110"/>
          </a:xfrm>
          <a:prstGeom prst="rect">
            <a:avLst/>
          </a:prstGeom>
          <a:noFill/>
        </p:spPr>
        <p:txBody>
          <a:bodyPr wrap="square" rtlCol="0">
            <a:spAutoFit/>
          </a:bodyPr>
          <a:lstStyle/>
          <a:p>
            <a:pPr algn="ctr"/>
            <a:r>
              <a:rPr lang="en-US" sz="2000" b="1" u="sng" dirty="0" err="1" smtClean="0">
                <a:solidFill>
                  <a:srgbClr val="5B87C5"/>
                </a:solidFill>
                <a:latin typeface="Arial" panose="020B0604020202020204" pitchFamily="34" charset="0"/>
                <a:cs typeface="Arial" panose="020B0604020202020204" pitchFamily="34" charset="0"/>
              </a:rPr>
              <a:t>Simulación</a:t>
            </a:r>
            <a:r>
              <a:rPr lang="en-US" sz="2000" b="1" u="sng" dirty="0" smtClean="0">
                <a:solidFill>
                  <a:srgbClr val="5B87C5"/>
                </a:solidFill>
                <a:latin typeface="Arial" panose="020B0604020202020204" pitchFamily="34" charset="0"/>
                <a:cs typeface="Arial" panose="020B0604020202020204" pitchFamily="34" charset="0"/>
              </a:rPr>
              <a:t> </a:t>
            </a:r>
            <a:r>
              <a:rPr lang="en-US" sz="2000" b="1" u="sng" dirty="0">
                <a:solidFill>
                  <a:srgbClr val="5B87C5"/>
                </a:solidFill>
                <a:latin typeface="Arial" panose="020B0604020202020204" pitchFamily="34" charset="0"/>
                <a:cs typeface="Arial" panose="020B0604020202020204" pitchFamily="34" charset="0"/>
              </a:rPr>
              <a:t>y </a:t>
            </a:r>
            <a:r>
              <a:rPr lang="en-US" sz="2000" b="1" u="sng" dirty="0" err="1">
                <a:solidFill>
                  <a:srgbClr val="5B87C5"/>
                </a:solidFill>
                <a:latin typeface="Arial" panose="020B0604020202020204" pitchFamily="34" charset="0"/>
                <a:cs typeface="Arial" panose="020B0604020202020204" pitchFamily="34" charset="0"/>
              </a:rPr>
              <a:t>Diseño</a:t>
            </a:r>
            <a:r>
              <a:rPr lang="en-US" sz="2000" b="1" u="sng" dirty="0">
                <a:solidFill>
                  <a:srgbClr val="5B87C5"/>
                </a:solidFill>
                <a:latin typeface="Arial" panose="020B0604020202020204" pitchFamily="34" charset="0"/>
                <a:cs typeface="Arial" panose="020B0604020202020204" pitchFamily="34" charset="0"/>
              </a:rPr>
              <a:t> </a:t>
            </a:r>
            <a:endParaRPr lang="en-US" sz="2000" b="1" u="sng" dirty="0">
              <a:solidFill>
                <a:srgbClr val="5B87C5"/>
              </a:solidFill>
              <a:latin typeface="Arial" panose="020B0604020202020204" pitchFamily="34" charset="0"/>
              <a:cs typeface="Arial" panose="020B0604020202020204" pitchFamily="34" charset="0"/>
            </a:endParaRPr>
          </a:p>
        </p:txBody>
      </p:sp>
      <p:graphicFrame>
        <p:nvGraphicFramePr>
          <p:cNvPr id="5" name="Tabla 4"/>
          <p:cNvGraphicFramePr>
            <a:graphicFrameLocks noGrp="1"/>
          </p:cNvGraphicFramePr>
          <p:nvPr>
            <p:extLst>
              <p:ext uri="{D42A27DB-BD31-4B8C-83A1-F6EECF244321}">
                <p14:modId xmlns:p14="http://schemas.microsoft.com/office/powerpoint/2010/main" val="3459439485"/>
              </p:ext>
            </p:extLst>
          </p:nvPr>
        </p:nvGraphicFramePr>
        <p:xfrm>
          <a:off x="756314" y="1586975"/>
          <a:ext cx="6763602" cy="4650053"/>
        </p:xfrm>
        <a:graphic>
          <a:graphicData uri="http://schemas.openxmlformats.org/drawingml/2006/table">
            <a:tbl>
              <a:tblPr firstRow="1" firstCol="1" bandRow="1">
                <a:tableStyleId>{5C22544A-7EE6-4342-B048-85BDC9FD1C3A}</a:tableStyleId>
              </a:tblPr>
              <a:tblGrid>
                <a:gridCol w="2082420">
                  <a:extLst>
                    <a:ext uri="{9D8B030D-6E8A-4147-A177-3AD203B41FA5}">
                      <a16:colId xmlns:a16="http://schemas.microsoft.com/office/drawing/2014/main" val="821358683"/>
                    </a:ext>
                  </a:extLst>
                </a:gridCol>
                <a:gridCol w="4681182">
                  <a:extLst>
                    <a:ext uri="{9D8B030D-6E8A-4147-A177-3AD203B41FA5}">
                      <a16:colId xmlns:a16="http://schemas.microsoft.com/office/drawing/2014/main" val="3271159450"/>
                    </a:ext>
                  </a:extLst>
                </a:gridCol>
              </a:tblGrid>
              <a:tr h="678133">
                <a:tc>
                  <a:txBody>
                    <a:bodyPr/>
                    <a:lstStyle/>
                    <a:p>
                      <a:r>
                        <a:rPr lang="en-US" sz="1600" dirty="0" err="1">
                          <a:effectLst/>
                        </a:rPr>
                        <a:t>Instrumento</a:t>
                      </a:r>
                      <a:r>
                        <a:rPr lang="en-US" sz="1600" dirty="0">
                          <a:effectLst/>
                        </a:rPr>
                        <a:t>/Software</a:t>
                      </a:r>
                    </a:p>
                  </a:txBody>
                  <a:tcPr anchor="ctr"/>
                </a:tc>
                <a:tc>
                  <a:txBody>
                    <a:bodyPr/>
                    <a:lstStyle/>
                    <a:p>
                      <a:r>
                        <a:rPr lang="en-US" sz="1600">
                          <a:effectLst/>
                        </a:rPr>
                        <a:t>Uso/Descripción</a:t>
                      </a:r>
                    </a:p>
                  </a:txBody>
                  <a:tcPr anchor="ctr"/>
                </a:tc>
                <a:extLst>
                  <a:ext uri="{0D108BD9-81ED-4DB2-BD59-A6C34878D82A}">
                    <a16:rowId xmlns:a16="http://schemas.microsoft.com/office/drawing/2014/main" val="699968741"/>
                  </a:ext>
                </a:extLst>
              </a:tr>
              <a:tr h="2131274">
                <a:tc>
                  <a:txBody>
                    <a:bodyPr/>
                    <a:lstStyle/>
                    <a:p>
                      <a:r>
                        <a:rPr lang="en-US" sz="1600" dirty="0">
                          <a:effectLst/>
                        </a:rPr>
                        <a:t>HFSS (High-Frequency Structure Simulator)</a:t>
                      </a:r>
                    </a:p>
                  </a:txBody>
                  <a:tcPr anchor="ctr"/>
                </a:tc>
                <a:tc>
                  <a:txBody>
                    <a:bodyPr/>
                    <a:lstStyle/>
                    <a:p>
                      <a:r>
                        <a:rPr lang="es-MX" sz="1600" dirty="0">
                          <a:effectLst/>
                        </a:rPr>
                        <a:t>Se utilizó para construir el modelo 3D completo que incluye la deformación (</a:t>
                      </a:r>
                      <a:r>
                        <a:rPr lang="es-MX" sz="1600" dirty="0" err="1">
                          <a:effectLst/>
                        </a:rPr>
                        <a:t>strain</a:t>
                      </a:r>
                      <a:r>
                        <a:rPr lang="es-MX" sz="1600" dirty="0">
                          <a:effectLst/>
                        </a:rPr>
                        <a:t> </a:t>
                      </a:r>
                      <a:r>
                        <a:rPr lang="es-MX" sz="1600" dirty="0" err="1">
                          <a:effectLst/>
                        </a:rPr>
                        <a:t>involved</a:t>
                      </a:r>
                      <a:r>
                        <a:rPr lang="es-MX" sz="1600" dirty="0">
                          <a:effectLst/>
                        </a:rPr>
                        <a:t> 3D model) y para realizar la </a:t>
                      </a:r>
                      <a:r>
                        <a:rPr lang="es-MX" sz="1600" dirty="0" err="1">
                          <a:effectLst/>
                        </a:rPr>
                        <a:t>co</a:t>
                      </a:r>
                      <a:r>
                        <a:rPr lang="es-MX" sz="1600" dirty="0">
                          <a:effectLst/>
                        </a:rPr>
                        <a:t>-simulación electromagnética y mecánica. También se usó para modelar la estructura del parche con las suposiciones de adaptación a un puerto de entrada de 50Ω y sin efectos parásitos introducidos por la línea de alimentación.</a:t>
                      </a:r>
                    </a:p>
                  </a:txBody>
                  <a:tcPr anchor="ctr"/>
                </a:tc>
                <a:extLst>
                  <a:ext uri="{0D108BD9-81ED-4DB2-BD59-A6C34878D82A}">
                    <a16:rowId xmlns:a16="http://schemas.microsoft.com/office/drawing/2014/main" val="1940074834"/>
                  </a:ext>
                </a:extLst>
              </a:tr>
              <a:tr h="1840646">
                <a:tc>
                  <a:txBody>
                    <a:bodyPr/>
                    <a:lstStyle/>
                    <a:p>
                      <a:r>
                        <a:rPr lang="en-US" sz="1600" dirty="0" err="1">
                          <a:effectLst/>
                        </a:rPr>
                        <a:t>Ansys</a:t>
                      </a:r>
                      <a:r>
                        <a:rPr lang="en-US" sz="1600" dirty="0">
                          <a:effectLst/>
                        </a:rPr>
                        <a:t> Workbench</a:t>
                      </a:r>
                    </a:p>
                  </a:txBody>
                  <a:tcPr anchor="ctr"/>
                </a:tc>
                <a:tc>
                  <a:txBody>
                    <a:bodyPr/>
                    <a:lstStyle/>
                    <a:p>
                      <a:r>
                        <a:rPr lang="es-MX" sz="1600" dirty="0">
                          <a:effectLst/>
                        </a:rPr>
                        <a:t>Se empleó para la simulación mecánica. Se utilizó para simular los resultados del desplazamiento del sustrato de PDMS (</a:t>
                      </a:r>
                      <a:r>
                        <a:rPr lang="es-MX" sz="1600" dirty="0" err="1">
                          <a:effectLst/>
                        </a:rPr>
                        <a:t>Polidimetilsiloxano</a:t>
                      </a:r>
                      <a:r>
                        <a:rPr lang="es-MX" sz="1600" dirty="0">
                          <a:effectLst/>
                        </a:rPr>
                        <a:t>) bajo tensión, lo que permitió derivar las curvas de cambio de los parámetros estructurales de la antena durante el estiramiento </a:t>
                      </a:r>
                      <a:r>
                        <a:rPr lang="es-MX" sz="1600" dirty="0" smtClean="0">
                          <a:effectLst/>
                        </a:rPr>
                        <a:t>[Figura </a:t>
                      </a:r>
                      <a:r>
                        <a:rPr lang="es-MX" sz="1600" dirty="0">
                          <a:effectLst/>
                        </a:rPr>
                        <a:t>2(a)].</a:t>
                      </a:r>
                    </a:p>
                  </a:txBody>
                  <a:tcPr anchor="ctr"/>
                </a:tc>
                <a:extLst>
                  <a:ext uri="{0D108BD9-81ED-4DB2-BD59-A6C34878D82A}">
                    <a16:rowId xmlns:a16="http://schemas.microsoft.com/office/drawing/2014/main" val="229077692"/>
                  </a:ext>
                </a:extLst>
              </a:tr>
            </a:tbl>
          </a:graphicData>
        </a:graphic>
      </p:graphicFrame>
      <p:pic>
        <p:nvPicPr>
          <p:cNvPr id="10" name="Imagen 9"/>
          <p:cNvPicPr>
            <a:picLocks noChangeAspect="1"/>
          </p:cNvPicPr>
          <p:nvPr/>
        </p:nvPicPr>
        <p:blipFill>
          <a:blip r:embed="rId6"/>
          <a:stretch>
            <a:fillRect/>
          </a:stretch>
        </p:blipFill>
        <p:spPr>
          <a:xfrm>
            <a:off x="7722874" y="2606077"/>
            <a:ext cx="4258269" cy="2600688"/>
          </a:xfrm>
          <a:prstGeom prst="rect">
            <a:avLst/>
          </a:prstGeom>
        </p:spPr>
      </p:pic>
    </p:spTree>
    <p:extLst>
      <p:ext uri="{BB962C8B-B14F-4D97-AF65-F5344CB8AC3E}">
        <p14:creationId xmlns:p14="http://schemas.microsoft.com/office/powerpoint/2010/main" val="3795168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Imagen 27">
            <a:extLst>
              <a:ext uri="{FF2B5EF4-FFF2-40B4-BE49-F238E27FC236}">
                <a16:creationId xmlns:a16="http://schemas.microsoft.com/office/drawing/2014/main" id="{24334AD4-6EB1-4C20-B212-684FE9461C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9" y="136525"/>
            <a:ext cx="12192000" cy="6854251"/>
          </a:xfrm>
          <a:prstGeom prst="rect">
            <a:avLst/>
          </a:prstGeom>
        </p:spPr>
      </p:pic>
      <p:sp>
        <p:nvSpPr>
          <p:cNvPr id="27" name="CuadroTexto 26">
            <a:extLst>
              <a:ext uri="{FF2B5EF4-FFF2-40B4-BE49-F238E27FC236}">
                <a16:creationId xmlns:a16="http://schemas.microsoft.com/office/drawing/2014/main" id="{534B4240-D408-4F17-8CDE-AAB831BEF75D}"/>
              </a:ext>
            </a:extLst>
          </p:cNvPr>
          <p:cNvSpPr txBox="1"/>
          <p:nvPr/>
        </p:nvSpPr>
        <p:spPr>
          <a:xfrm>
            <a:off x="152114" y="175735"/>
            <a:ext cx="7677436" cy="646331"/>
          </a:xfrm>
          <a:prstGeom prst="rect">
            <a:avLst/>
          </a:prstGeom>
          <a:noFill/>
        </p:spPr>
        <p:txBody>
          <a:bodyPr wrap="square" rtlCol="0">
            <a:spAutoFit/>
          </a:bodyPr>
          <a:lstStyle/>
          <a:p>
            <a:pPr lvl="0">
              <a:defRPr/>
            </a:pPr>
            <a:r>
              <a:rPr lang="es-ES" sz="3600" b="1" dirty="0">
                <a:solidFill>
                  <a:srgbClr val="5B87C5"/>
                </a:solidFill>
                <a:latin typeface="Arial"/>
                <a:cs typeface="Arial"/>
              </a:rPr>
              <a:t>Instrumentación</a:t>
            </a:r>
            <a:endParaRPr kumimoji="0" lang="es-ES" sz="3600" b="1" i="0" u="none" strike="noStrike" kern="1200" cap="none" spc="0" normalizeH="0" baseline="0" noProof="0" dirty="0">
              <a:ln>
                <a:noFill/>
              </a:ln>
              <a:solidFill>
                <a:srgbClr val="5B87C5"/>
              </a:solidFill>
              <a:effectLst/>
              <a:uLnTx/>
              <a:uFillTx/>
              <a:latin typeface="Arial"/>
              <a:ea typeface="+mn-ea"/>
              <a:cs typeface="Arial"/>
            </a:endParaRPr>
          </a:p>
        </p:txBody>
      </p:sp>
      <p:cxnSp>
        <p:nvCxnSpPr>
          <p:cNvPr id="29" name="Conector recto 28">
            <a:extLst>
              <a:ext uri="{FF2B5EF4-FFF2-40B4-BE49-F238E27FC236}">
                <a16:creationId xmlns:a16="http://schemas.microsoft.com/office/drawing/2014/main" id="{C5FA1855-42FA-40B2-ABF2-CF3857156526}"/>
              </a:ext>
            </a:extLst>
          </p:cNvPr>
          <p:cNvCxnSpPr/>
          <p:nvPr/>
        </p:nvCxnSpPr>
        <p:spPr>
          <a:xfrm>
            <a:off x="7899" y="822066"/>
            <a:ext cx="2922035" cy="0"/>
          </a:xfrm>
          <a:prstGeom prst="line">
            <a:avLst/>
          </a:prstGeom>
          <a:ln>
            <a:solidFill>
              <a:srgbClr val="D56C51"/>
            </a:solidFill>
          </a:ln>
        </p:spPr>
        <p:style>
          <a:lnRef idx="2">
            <a:schemeClr val="accent1"/>
          </a:lnRef>
          <a:fillRef idx="0">
            <a:schemeClr val="accent1"/>
          </a:fillRef>
          <a:effectRef idx="1">
            <a:schemeClr val="accent1"/>
          </a:effectRef>
          <a:fontRef idx="minor">
            <a:schemeClr val="tx1"/>
          </a:fontRef>
        </p:style>
      </p:cxnSp>
      <p:sp>
        <p:nvSpPr>
          <p:cNvPr id="2" name="Marcador de número de diapositiva 1">
            <a:extLst>
              <a:ext uri="{FF2B5EF4-FFF2-40B4-BE49-F238E27FC236}">
                <a16:creationId xmlns:a16="http://schemas.microsoft.com/office/drawing/2014/main" id="{1AFA1550-C43F-4FC6-94D5-11680DE6441A}"/>
              </a:ext>
            </a:extLst>
          </p:cNvPr>
          <p:cNvSpPr>
            <a:spLocks noGrp="1"/>
          </p:cNvSpPr>
          <p:nvPr>
            <p:ph type="sldNum" sz="quarter" idx="12"/>
          </p:nvPr>
        </p:nvSpPr>
        <p:spPr/>
        <p:txBody>
          <a:bodyPr/>
          <a:lstStyle/>
          <a:p>
            <a:fld id="{67F76EE7-C3C3-4412-A933-629E31A91FEF}" type="slidenum">
              <a:rPr lang="es-CO" smtClean="0"/>
              <a:t>5</a:t>
            </a:fld>
            <a:endParaRPr lang="es-CO"/>
          </a:p>
        </p:txBody>
      </p:sp>
      <p:pic>
        <p:nvPicPr>
          <p:cNvPr id="9" name="Imagen 8">
            <a:extLst>
              <a:ext uri="{FF2B5EF4-FFF2-40B4-BE49-F238E27FC236}">
                <a16:creationId xmlns:a16="http://schemas.microsoft.com/office/drawing/2014/main" id="{15A5937A-7192-410E-88AD-EE20AF05EABE}"/>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p:blipFill>
        <p:spPr>
          <a:xfrm>
            <a:off x="11171582" y="1"/>
            <a:ext cx="1021807" cy="1483062"/>
          </a:xfrm>
          <a:prstGeom prst="rect">
            <a:avLst/>
          </a:prstGeom>
        </p:spPr>
      </p:pic>
      <p:sp>
        <p:nvSpPr>
          <p:cNvPr id="3" name="CuadroTexto 2"/>
          <p:cNvSpPr txBox="1"/>
          <p:nvPr/>
        </p:nvSpPr>
        <p:spPr>
          <a:xfrm>
            <a:off x="391449" y="1107497"/>
            <a:ext cx="3921244" cy="400110"/>
          </a:xfrm>
          <a:prstGeom prst="rect">
            <a:avLst/>
          </a:prstGeom>
          <a:noFill/>
        </p:spPr>
        <p:txBody>
          <a:bodyPr wrap="square" rtlCol="0">
            <a:spAutoFit/>
          </a:bodyPr>
          <a:lstStyle/>
          <a:p>
            <a:pPr algn="ctr"/>
            <a:r>
              <a:rPr lang="en-US" sz="2000" b="1" u="sng" dirty="0" err="1">
                <a:solidFill>
                  <a:srgbClr val="5B87C5"/>
                </a:solidFill>
                <a:latin typeface="Arial" panose="020B0604020202020204" pitchFamily="34" charset="0"/>
                <a:cs typeface="Arial" panose="020B0604020202020204" pitchFamily="34" charset="0"/>
              </a:rPr>
              <a:t>Caracterización</a:t>
            </a:r>
            <a:r>
              <a:rPr lang="en-US" sz="2000" b="1" u="sng" dirty="0">
                <a:solidFill>
                  <a:srgbClr val="5B87C5"/>
                </a:solidFill>
                <a:latin typeface="Arial" panose="020B0604020202020204" pitchFamily="34" charset="0"/>
                <a:cs typeface="Arial" panose="020B0604020202020204" pitchFamily="34" charset="0"/>
              </a:rPr>
              <a:t> de </a:t>
            </a:r>
            <a:r>
              <a:rPr lang="en-US" sz="2000" b="1" u="sng" dirty="0" err="1">
                <a:solidFill>
                  <a:srgbClr val="5B87C5"/>
                </a:solidFill>
                <a:latin typeface="Arial" panose="020B0604020202020204" pitchFamily="34" charset="0"/>
                <a:cs typeface="Arial" panose="020B0604020202020204" pitchFamily="34" charset="0"/>
              </a:rPr>
              <a:t>Materiales</a:t>
            </a:r>
            <a:endParaRPr lang="en-US" sz="2000" b="1" u="sng" dirty="0">
              <a:solidFill>
                <a:srgbClr val="5B87C5"/>
              </a:solidFill>
              <a:latin typeface="Arial" panose="020B0604020202020204" pitchFamily="34" charset="0"/>
              <a:cs typeface="Arial" panose="020B0604020202020204" pitchFamily="34" charset="0"/>
            </a:endParaRPr>
          </a:p>
        </p:txBody>
      </p:sp>
      <p:graphicFrame>
        <p:nvGraphicFramePr>
          <p:cNvPr id="4" name="Tabla 3"/>
          <p:cNvGraphicFramePr>
            <a:graphicFrameLocks noGrp="1"/>
          </p:cNvGraphicFramePr>
          <p:nvPr>
            <p:extLst>
              <p:ext uri="{D42A27DB-BD31-4B8C-83A1-F6EECF244321}">
                <p14:modId xmlns:p14="http://schemas.microsoft.com/office/powerpoint/2010/main" val="3133110696"/>
              </p:ext>
            </p:extLst>
          </p:nvPr>
        </p:nvGraphicFramePr>
        <p:xfrm>
          <a:off x="655982" y="1604549"/>
          <a:ext cx="6631922" cy="4509648"/>
        </p:xfrm>
        <a:graphic>
          <a:graphicData uri="http://schemas.openxmlformats.org/drawingml/2006/table">
            <a:tbl>
              <a:tblPr firstRow="1" firstCol="1" bandRow="1" bandCol="1">
                <a:tableStyleId>{5C22544A-7EE6-4342-B048-85BDC9FD1C3A}</a:tableStyleId>
              </a:tblPr>
              <a:tblGrid>
                <a:gridCol w="2280000">
                  <a:extLst>
                    <a:ext uri="{9D8B030D-6E8A-4147-A177-3AD203B41FA5}">
                      <a16:colId xmlns:a16="http://schemas.microsoft.com/office/drawing/2014/main" val="2627591059"/>
                    </a:ext>
                  </a:extLst>
                </a:gridCol>
                <a:gridCol w="4351922">
                  <a:extLst>
                    <a:ext uri="{9D8B030D-6E8A-4147-A177-3AD203B41FA5}">
                      <a16:colId xmlns:a16="http://schemas.microsoft.com/office/drawing/2014/main" val="3267940232"/>
                    </a:ext>
                  </a:extLst>
                </a:gridCol>
              </a:tblGrid>
              <a:tr h="738454">
                <a:tc>
                  <a:txBody>
                    <a:bodyPr/>
                    <a:lstStyle/>
                    <a:p>
                      <a:r>
                        <a:rPr lang="en-US" sz="1600">
                          <a:effectLst/>
                        </a:rPr>
                        <a:t>Instrumento/Software</a:t>
                      </a:r>
                    </a:p>
                  </a:txBody>
                  <a:tcPr anchor="ctr"/>
                </a:tc>
                <a:tc>
                  <a:txBody>
                    <a:bodyPr/>
                    <a:lstStyle/>
                    <a:p>
                      <a:r>
                        <a:rPr lang="en-US" sz="1600">
                          <a:effectLst/>
                        </a:rPr>
                        <a:t>Uso/Descripción</a:t>
                      </a:r>
                    </a:p>
                  </a:txBody>
                  <a:tcPr anchor="ctr"/>
                </a:tc>
                <a:extLst>
                  <a:ext uri="{0D108BD9-81ED-4DB2-BD59-A6C34878D82A}">
                    <a16:rowId xmlns:a16="http://schemas.microsoft.com/office/drawing/2014/main" val="584725419"/>
                  </a:ext>
                </a:extLst>
              </a:tr>
              <a:tr h="1049382">
                <a:tc>
                  <a:txBody>
                    <a:bodyPr/>
                    <a:lstStyle/>
                    <a:p>
                      <a:r>
                        <a:rPr lang="en-US" sz="1600">
                          <a:effectLst/>
                        </a:rPr>
                        <a:t>Kit de sonda dieléctrica Keysight</a:t>
                      </a:r>
                    </a:p>
                  </a:txBody>
                  <a:tcPr anchor="ctr"/>
                </a:tc>
                <a:tc>
                  <a:txBody>
                    <a:bodyPr/>
                    <a:lstStyle/>
                    <a:p>
                      <a:r>
                        <a:rPr lang="es-MX" sz="1600" dirty="0">
                          <a:effectLst/>
                        </a:rPr>
                        <a:t>Se utilizó para medir los valores numéricos de la constante dieléctrica relativa del sustrato de PDMS </a:t>
                      </a:r>
                      <a:r>
                        <a:rPr lang="es-MX" sz="1600" dirty="0" smtClean="0">
                          <a:effectLst/>
                        </a:rPr>
                        <a:t>[Figura </a:t>
                      </a:r>
                      <a:r>
                        <a:rPr lang="es-MX" sz="1600" dirty="0">
                          <a:effectLst/>
                        </a:rPr>
                        <a:t>4(b)].</a:t>
                      </a:r>
                    </a:p>
                  </a:txBody>
                  <a:tcPr anchor="ctr"/>
                </a:tc>
                <a:extLst>
                  <a:ext uri="{0D108BD9-81ED-4DB2-BD59-A6C34878D82A}">
                    <a16:rowId xmlns:a16="http://schemas.microsoft.com/office/drawing/2014/main" val="2322858999"/>
                  </a:ext>
                </a:extLst>
              </a:tr>
              <a:tr h="1049842">
                <a:tc>
                  <a:txBody>
                    <a:bodyPr/>
                    <a:lstStyle/>
                    <a:p>
                      <a:r>
                        <a:rPr lang="pt-BR" sz="1600">
                          <a:effectLst/>
                        </a:rPr>
                        <a:t>Método de sonda (Probe method)</a:t>
                      </a:r>
                    </a:p>
                  </a:txBody>
                  <a:tcPr anchor="ctr"/>
                </a:tc>
                <a:tc>
                  <a:txBody>
                    <a:bodyPr/>
                    <a:lstStyle/>
                    <a:p>
                      <a:r>
                        <a:rPr lang="es-MX" sz="1600" dirty="0">
                          <a:effectLst/>
                        </a:rPr>
                        <a:t>Se empleó para probar y medir los valores numéricos de la conductividad de la capa conductora estirada </a:t>
                      </a:r>
                      <a:r>
                        <a:rPr lang="es-MX" sz="1600" dirty="0" smtClean="0">
                          <a:effectLst/>
                        </a:rPr>
                        <a:t>[Figura </a:t>
                      </a:r>
                      <a:r>
                        <a:rPr lang="es-MX" sz="1600" dirty="0">
                          <a:effectLst/>
                        </a:rPr>
                        <a:t>4(a)].</a:t>
                      </a:r>
                    </a:p>
                  </a:txBody>
                  <a:tcPr anchor="ctr"/>
                </a:tc>
                <a:extLst>
                  <a:ext uri="{0D108BD9-81ED-4DB2-BD59-A6C34878D82A}">
                    <a16:rowId xmlns:a16="http://schemas.microsoft.com/office/drawing/2014/main" val="2180789105"/>
                  </a:ext>
                </a:extLst>
              </a:tr>
              <a:tr h="1671970">
                <a:tc>
                  <a:txBody>
                    <a:bodyPr/>
                    <a:lstStyle/>
                    <a:p>
                      <a:r>
                        <a:rPr lang="en-US" sz="1600">
                          <a:effectLst/>
                        </a:rPr>
                        <a:t>Microscopio óptico de alta magnificación</a:t>
                      </a:r>
                    </a:p>
                  </a:txBody>
                  <a:tcPr anchor="ctr"/>
                </a:tc>
                <a:tc>
                  <a:txBody>
                    <a:bodyPr/>
                    <a:lstStyle/>
                    <a:p>
                      <a:r>
                        <a:rPr lang="es-MX" sz="1600" dirty="0">
                          <a:effectLst/>
                        </a:rPr>
                        <a:t>Se usó para la observación directa de la morfología de la superficie de la capa conductora de metal Au/Ni bajo diferentes condiciones de tensión. Esto reveló la estructura de "red de pesca" (</a:t>
                      </a:r>
                      <a:r>
                        <a:rPr lang="es-MX" sz="1600" dirty="0" err="1">
                          <a:effectLst/>
                        </a:rPr>
                        <a:t>fishing</a:t>
                      </a:r>
                      <a:r>
                        <a:rPr lang="es-MX" sz="1600" dirty="0">
                          <a:effectLst/>
                        </a:rPr>
                        <a:t> net) a escala micrométrica en la superficie metálica </a:t>
                      </a:r>
                      <a:r>
                        <a:rPr lang="es-MX" sz="1600" dirty="0" smtClean="0">
                          <a:effectLst/>
                        </a:rPr>
                        <a:t>[Figura </a:t>
                      </a:r>
                      <a:r>
                        <a:rPr lang="es-MX" sz="1600" dirty="0">
                          <a:effectLst/>
                        </a:rPr>
                        <a:t>5].</a:t>
                      </a:r>
                    </a:p>
                  </a:txBody>
                  <a:tcPr anchor="ctr"/>
                </a:tc>
                <a:extLst>
                  <a:ext uri="{0D108BD9-81ED-4DB2-BD59-A6C34878D82A}">
                    <a16:rowId xmlns:a16="http://schemas.microsoft.com/office/drawing/2014/main" val="2754236300"/>
                  </a:ext>
                </a:extLst>
              </a:tr>
            </a:tbl>
          </a:graphicData>
        </a:graphic>
      </p:graphicFrame>
      <p:pic>
        <p:nvPicPr>
          <p:cNvPr id="11" name="Imagen 10"/>
          <p:cNvPicPr>
            <a:picLocks noChangeAspect="1"/>
          </p:cNvPicPr>
          <p:nvPr/>
        </p:nvPicPr>
        <p:blipFill>
          <a:blip r:embed="rId6"/>
          <a:stretch>
            <a:fillRect/>
          </a:stretch>
        </p:blipFill>
        <p:spPr>
          <a:xfrm>
            <a:off x="7654725" y="822066"/>
            <a:ext cx="3342032" cy="5413451"/>
          </a:xfrm>
          <a:prstGeom prst="rect">
            <a:avLst/>
          </a:prstGeom>
        </p:spPr>
      </p:pic>
    </p:spTree>
    <p:extLst>
      <p:ext uri="{BB962C8B-B14F-4D97-AF65-F5344CB8AC3E}">
        <p14:creationId xmlns:p14="http://schemas.microsoft.com/office/powerpoint/2010/main" val="2694162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Imagen 27">
            <a:extLst>
              <a:ext uri="{FF2B5EF4-FFF2-40B4-BE49-F238E27FC236}">
                <a16:creationId xmlns:a16="http://schemas.microsoft.com/office/drawing/2014/main" id="{24334AD4-6EB1-4C20-B212-684FE9461C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9" y="136525"/>
            <a:ext cx="12192000" cy="6854251"/>
          </a:xfrm>
          <a:prstGeom prst="rect">
            <a:avLst/>
          </a:prstGeom>
        </p:spPr>
      </p:pic>
      <p:sp>
        <p:nvSpPr>
          <p:cNvPr id="27" name="CuadroTexto 26">
            <a:extLst>
              <a:ext uri="{FF2B5EF4-FFF2-40B4-BE49-F238E27FC236}">
                <a16:creationId xmlns:a16="http://schemas.microsoft.com/office/drawing/2014/main" id="{534B4240-D408-4F17-8CDE-AAB831BEF75D}"/>
              </a:ext>
            </a:extLst>
          </p:cNvPr>
          <p:cNvSpPr txBox="1"/>
          <p:nvPr/>
        </p:nvSpPr>
        <p:spPr>
          <a:xfrm>
            <a:off x="152114" y="175735"/>
            <a:ext cx="7677436" cy="646331"/>
          </a:xfrm>
          <a:prstGeom prst="rect">
            <a:avLst/>
          </a:prstGeom>
          <a:noFill/>
        </p:spPr>
        <p:txBody>
          <a:bodyPr wrap="square" rtlCol="0">
            <a:spAutoFit/>
          </a:bodyPr>
          <a:lstStyle/>
          <a:p>
            <a:pPr lvl="0">
              <a:defRPr/>
            </a:pPr>
            <a:r>
              <a:rPr lang="es-ES" sz="3600" b="1" dirty="0">
                <a:solidFill>
                  <a:srgbClr val="5B87C5"/>
                </a:solidFill>
                <a:latin typeface="Arial"/>
                <a:cs typeface="Arial"/>
              </a:rPr>
              <a:t>Instrumentación</a:t>
            </a:r>
            <a:endParaRPr kumimoji="0" lang="es-ES" sz="3600" b="1" i="0" u="none" strike="noStrike" kern="1200" cap="none" spc="0" normalizeH="0" baseline="0" noProof="0" dirty="0">
              <a:ln>
                <a:noFill/>
              </a:ln>
              <a:solidFill>
                <a:srgbClr val="5B87C5"/>
              </a:solidFill>
              <a:effectLst/>
              <a:uLnTx/>
              <a:uFillTx/>
              <a:latin typeface="Arial"/>
              <a:ea typeface="+mn-ea"/>
              <a:cs typeface="Arial"/>
            </a:endParaRPr>
          </a:p>
        </p:txBody>
      </p:sp>
      <p:cxnSp>
        <p:nvCxnSpPr>
          <p:cNvPr id="29" name="Conector recto 28">
            <a:extLst>
              <a:ext uri="{FF2B5EF4-FFF2-40B4-BE49-F238E27FC236}">
                <a16:creationId xmlns:a16="http://schemas.microsoft.com/office/drawing/2014/main" id="{C5FA1855-42FA-40B2-ABF2-CF3857156526}"/>
              </a:ext>
            </a:extLst>
          </p:cNvPr>
          <p:cNvCxnSpPr/>
          <p:nvPr/>
        </p:nvCxnSpPr>
        <p:spPr>
          <a:xfrm>
            <a:off x="7899" y="822066"/>
            <a:ext cx="2922035" cy="0"/>
          </a:xfrm>
          <a:prstGeom prst="line">
            <a:avLst/>
          </a:prstGeom>
          <a:ln>
            <a:solidFill>
              <a:srgbClr val="D56C51"/>
            </a:solidFill>
          </a:ln>
        </p:spPr>
        <p:style>
          <a:lnRef idx="2">
            <a:schemeClr val="accent1"/>
          </a:lnRef>
          <a:fillRef idx="0">
            <a:schemeClr val="accent1"/>
          </a:fillRef>
          <a:effectRef idx="1">
            <a:schemeClr val="accent1"/>
          </a:effectRef>
          <a:fontRef idx="minor">
            <a:schemeClr val="tx1"/>
          </a:fontRef>
        </p:style>
      </p:cxnSp>
      <p:sp>
        <p:nvSpPr>
          <p:cNvPr id="2" name="Marcador de número de diapositiva 1">
            <a:extLst>
              <a:ext uri="{FF2B5EF4-FFF2-40B4-BE49-F238E27FC236}">
                <a16:creationId xmlns:a16="http://schemas.microsoft.com/office/drawing/2014/main" id="{1AFA1550-C43F-4FC6-94D5-11680DE6441A}"/>
              </a:ext>
            </a:extLst>
          </p:cNvPr>
          <p:cNvSpPr>
            <a:spLocks noGrp="1"/>
          </p:cNvSpPr>
          <p:nvPr>
            <p:ph type="sldNum" sz="quarter" idx="12"/>
          </p:nvPr>
        </p:nvSpPr>
        <p:spPr/>
        <p:txBody>
          <a:bodyPr/>
          <a:lstStyle/>
          <a:p>
            <a:fld id="{67F76EE7-C3C3-4412-A933-629E31A91FEF}" type="slidenum">
              <a:rPr lang="es-CO" smtClean="0"/>
              <a:t>6</a:t>
            </a:fld>
            <a:endParaRPr lang="es-CO"/>
          </a:p>
        </p:txBody>
      </p:sp>
      <p:pic>
        <p:nvPicPr>
          <p:cNvPr id="9" name="Imagen 8">
            <a:extLst>
              <a:ext uri="{FF2B5EF4-FFF2-40B4-BE49-F238E27FC236}">
                <a16:creationId xmlns:a16="http://schemas.microsoft.com/office/drawing/2014/main" id="{15A5937A-7192-410E-88AD-EE20AF05EABE}"/>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p:blipFill>
        <p:spPr>
          <a:xfrm>
            <a:off x="11171582" y="1"/>
            <a:ext cx="1021807" cy="1483062"/>
          </a:xfrm>
          <a:prstGeom prst="rect">
            <a:avLst/>
          </a:prstGeom>
        </p:spPr>
      </p:pic>
      <p:sp>
        <p:nvSpPr>
          <p:cNvPr id="3" name="CuadroTexto 2"/>
          <p:cNvSpPr txBox="1"/>
          <p:nvPr/>
        </p:nvSpPr>
        <p:spPr>
          <a:xfrm>
            <a:off x="391449" y="1107497"/>
            <a:ext cx="3921244" cy="400110"/>
          </a:xfrm>
          <a:prstGeom prst="rect">
            <a:avLst/>
          </a:prstGeom>
          <a:noFill/>
        </p:spPr>
        <p:txBody>
          <a:bodyPr wrap="square" rtlCol="0">
            <a:spAutoFit/>
          </a:bodyPr>
          <a:lstStyle/>
          <a:p>
            <a:pPr algn="ctr"/>
            <a:r>
              <a:rPr lang="en-US" sz="2000" b="1" u="sng" dirty="0" err="1">
                <a:solidFill>
                  <a:srgbClr val="5B87C5"/>
                </a:solidFill>
                <a:latin typeface="Arial" panose="020B0604020202020204" pitchFamily="34" charset="0"/>
                <a:cs typeface="Arial" panose="020B0604020202020204" pitchFamily="34" charset="0"/>
              </a:rPr>
              <a:t>Validación</a:t>
            </a:r>
            <a:r>
              <a:rPr lang="en-US" sz="2000" b="1" u="sng" dirty="0">
                <a:solidFill>
                  <a:srgbClr val="5B87C5"/>
                </a:solidFill>
                <a:latin typeface="Arial" panose="020B0604020202020204" pitchFamily="34" charset="0"/>
                <a:cs typeface="Arial" panose="020B0604020202020204" pitchFamily="34" charset="0"/>
              </a:rPr>
              <a:t> Experimental</a:t>
            </a:r>
            <a:endParaRPr lang="en-US" sz="2000" b="1" u="sng" dirty="0">
              <a:solidFill>
                <a:srgbClr val="5B87C5"/>
              </a:solidFill>
              <a:latin typeface="Arial" panose="020B0604020202020204" pitchFamily="34" charset="0"/>
              <a:cs typeface="Arial" panose="020B0604020202020204" pitchFamily="34" charset="0"/>
            </a:endParaRPr>
          </a:p>
        </p:txBody>
      </p:sp>
      <p:graphicFrame>
        <p:nvGraphicFramePr>
          <p:cNvPr id="5" name="Tabla 4"/>
          <p:cNvGraphicFramePr>
            <a:graphicFrameLocks noGrp="1"/>
          </p:cNvGraphicFramePr>
          <p:nvPr>
            <p:extLst>
              <p:ext uri="{D42A27DB-BD31-4B8C-83A1-F6EECF244321}">
                <p14:modId xmlns:p14="http://schemas.microsoft.com/office/powerpoint/2010/main" val="3753878042"/>
              </p:ext>
            </p:extLst>
          </p:nvPr>
        </p:nvGraphicFramePr>
        <p:xfrm>
          <a:off x="1026304" y="1507607"/>
          <a:ext cx="6803246" cy="4848743"/>
        </p:xfrm>
        <a:graphic>
          <a:graphicData uri="http://schemas.openxmlformats.org/drawingml/2006/table">
            <a:tbl>
              <a:tblPr firstRow="1" firstCol="1" bandRow="1">
                <a:tableStyleId>{5C22544A-7EE6-4342-B048-85BDC9FD1C3A}</a:tableStyleId>
              </a:tblPr>
              <a:tblGrid>
                <a:gridCol w="2412932">
                  <a:extLst>
                    <a:ext uri="{9D8B030D-6E8A-4147-A177-3AD203B41FA5}">
                      <a16:colId xmlns:a16="http://schemas.microsoft.com/office/drawing/2014/main" val="457606041"/>
                    </a:ext>
                  </a:extLst>
                </a:gridCol>
                <a:gridCol w="4390314">
                  <a:extLst>
                    <a:ext uri="{9D8B030D-6E8A-4147-A177-3AD203B41FA5}">
                      <a16:colId xmlns:a16="http://schemas.microsoft.com/office/drawing/2014/main" val="1030042450"/>
                    </a:ext>
                  </a:extLst>
                </a:gridCol>
              </a:tblGrid>
              <a:tr h="380293">
                <a:tc>
                  <a:txBody>
                    <a:bodyPr/>
                    <a:lstStyle/>
                    <a:p>
                      <a:r>
                        <a:rPr lang="en-US" sz="1600">
                          <a:effectLst/>
                        </a:rPr>
                        <a:t>Instrumento/Software</a:t>
                      </a:r>
                    </a:p>
                  </a:txBody>
                  <a:tcPr marL="85320" marR="85320" marT="42660" marB="42660" anchor="ctr"/>
                </a:tc>
                <a:tc>
                  <a:txBody>
                    <a:bodyPr/>
                    <a:lstStyle/>
                    <a:p>
                      <a:r>
                        <a:rPr lang="en-US" sz="1600" dirty="0" err="1">
                          <a:effectLst/>
                        </a:rPr>
                        <a:t>Uso</a:t>
                      </a:r>
                      <a:r>
                        <a:rPr lang="en-US" sz="1600" dirty="0">
                          <a:effectLst/>
                        </a:rPr>
                        <a:t>/</a:t>
                      </a:r>
                      <a:r>
                        <a:rPr lang="en-US" sz="1600" dirty="0" err="1">
                          <a:effectLst/>
                        </a:rPr>
                        <a:t>Descripción</a:t>
                      </a:r>
                      <a:endParaRPr lang="en-US" sz="1600" dirty="0">
                        <a:effectLst/>
                      </a:endParaRPr>
                    </a:p>
                  </a:txBody>
                  <a:tcPr marL="85320" marR="85320" marT="42660" marB="42660" anchor="ctr"/>
                </a:tc>
                <a:extLst>
                  <a:ext uri="{0D108BD9-81ED-4DB2-BD59-A6C34878D82A}">
                    <a16:rowId xmlns:a16="http://schemas.microsoft.com/office/drawing/2014/main" val="4118713429"/>
                  </a:ext>
                </a:extLst>
              </a:tr>
              <a:tr h="950734">
                <a:tc>
                  <a:txBody>
                    <a:bodyPr/>
                    <a:lstStyle/>
                    <a:p>
                      <a:r>
                        <a:rPr lang="pt-BR" sz="1600">
                          <a:effectLst/>
                        </a:rPr>
                        <a:t>Cámara anecoica de microondas (Microwave anechoic chamber)</a:t>
                      </a:r>
                    </a:p>
                  </a:txBody>
                  <a:tcPr marL="85320" marR="85320" marT="42660" marB="42660" anchor="ctr"/>
                </a:tc>
                <a:tc>
                  <a:txBody>
                    <a:bodyPr/>
                    <a:lstStyle/>
                    <a:p>
                      <a:r>
                        <a:rPr lang="es-MX" sz="1600">
                          <a:effectLst/>
                        </a:rPr>
                        <a:t>Se utilizó como el entorno de prueba controlado donde se midió el rendimiento eléctrico de la antena de parche estirable.</a:t>
                      </a:r>
                    </a:p>
                  </a:txBody>
                  <a:tcPr marL="85320" marR="85320" marT="42660" marB="42660" anchor="ctr"/>
                </a:tc>
                <a:extLst>
                  <a:ext uri="{0D108BD9-81ED-4DB2-BD59-A6C34878D82A}">
                    <a16:rowId xmlns:a16="http://schemas.microsoft.com/office/drawing/2014/main" val="2198089017"/>
                  </a:ext>
                </a:extLst>
              </a:tr>
              <a:tr h="950734">
                <a:tc>
                  <a:txBody>
                    <a:bodyPr/>
                    <a:lstStyle/>
                    <a:p>
                      <a:r>
                        <a:rPr lang="en-US" sz="1600">
                          <a:effectLst/>
                        </a:rPr>
                        <a:t>Sistema de prueba de campo cercano (Near-field testing system)</a:t>
                      </a:r>
                    </a:p>
                  </a:txBody>
                  <a:tcPr marL="85320" marR="85320" marT="42660" marB="42660" anchor="ctr"/>
                </a:tc>
                <a:tc>
                  <a:txBody>
                    <a:bodyPr/>
                    <a:lstStyle/>
                    <a:p>
                      <a:r>
                        <a:rPr lang="es-MX" sz="1600" dirty="0">
                          <a:effectLst/>
                        </a:rPr>
                        <a:t>Este sistema se usó dentro de la cámara </a:t>
                      </a:r>
                      <a:r>
                        <a:rPr lang="es-MX" sz="1600" dirty="0" err="1">
                          <a:effectLst/>
                        </a:rPr>
                        <a:t>anecoica</a:t>
                      </a:r>
                      <a:r>
                        <a:rPr lang="es-MX" sz="1600" dirty="0">
                          <a:effectLst/>
                        </a:rPr>
                        <a:t> para evaluar el rendimiento eléctrico de la antena </a:t>
                      </a:r>
                      <a:r>
                        <a:rPr lang="es-MX" sz="1600" dirty="0" err="1">
                          <a:effectLst/>
                        </a:rPr>
                        <a:t>estirable</a:t>
                      </a:r>
                      <a:r>
                        <a:rPr lang="es-MX" sz="1600" dirty="0">
                          <a:effectLst/>
                        </a:rPr>
                        <a:t> </a:t>
                      </a:r>
                      <a:r>
                        <a:rPr lang="es-MX" sz="1600" dirty="0" smtClean="0">
                          <a:effectLst/>
                        </a:rPr>
                        <a:t>[Figura </a:t>
                      </a:r>
                      <a:r>
                        <a:rPr lang="es-MX" sz="1600" dirty="0">
                          <a:effectLst/>
                        </a:rPr>
                        <a:t>8(b)].</a:t>
                      </a:r>
                    </a:p>
                  </a:txBody>
                  <a:tcPr marL="85320" marR="85320" marT="42660" marB="42660" anchor="ctr"/>
                </a:tc>
                <a:extLst>
                  <a:ext uri="{0D108BD9-81ED-4DB2-BD59-A6C34878D82A}">
                    <a16:rowId xmlns:a16="http://schemas.microsoft.com/office/drawing/2014/main" val="1129739011"/>
                  </a:ext>
                </a:extLst>
              </a:tr>
              <a:tr h="950734">
                <a:tc>
                  <a:txBody>
                    <a:bodyPr/>
                    <a:lstStyle/>
                    <a:p>
                      <a:r>
                        <a:rPr lang="en-US" sz="1600">
                          <a:effectLst/>
                        </a:rPr>
                        <a:t>Analizador vectorial de redes (VNA) (Rohde &amp; Schwarz ZNA43)</a:t>
                      </a:r>
                    </a:p>
                  </a:txBody>
                  <a:tcPr marL="85320" marR="85320" marT="42660" marB="42660" anchor="ctr"/>
                </a:tc>
                <a:tc>
                  <a:txBody>
                    <a:bodyPr/>
                    <a:lstStyle/>
                    <a:p>
                      <a:r>
                        <a:rPr lang="es-MX" sz="1600" dirty="0">
                          <a:effectLst/>
                        </a:rPr>
                        <a:t>Se utilizó para generar la señal de RF y para medir los coeficientes de reflexión (pérdida de retorno, S11​) de la antena </a:t>
                      </a:r>
                      <a:r>
                        <a:rPr lang="es-MX" sz="1600" dirty="0" smtClean="0">
                          <a:effectLst/>
                        </a:rPr>
                        <a:t>[Figura </a:t>
                      </a:r>
                      <a:r>
                        <a:rPr lang="es-MX" sz="1600" dirty="0">
                          <a:effectLst/>
                        </a:rPr>
                        <a:t>9(b)].</a:t>
                      </a:r>
                    </a:p>
                  </a:txBody>
                  <a:tcPr marL="85320" marR="85320" marT="42660" marB="42660" anchor="ctr"/>
                </a:tc>
                <a:extLst>
                  <a:ext uri="{0D108BD9-81ED-4DB2-BD59-A6C34878D82A}">
                    <a16:rowId xmlns:a16="http://schemas.microsoft.com/office/drawing/2014/main" val="1094020958"/>
                  </a:ext>
                </a:extLst>
              </a:tr>
              <a:tr h="950734">
                <a:tc>
                  <a:txBody>
                    <a:bodyPr/>
                    <a:lstStyle/>
                    <a:p>
                      <a:r>
                        <a:rPr lang="en-US" sz="1600">
                          <a:effectLst/>
                        </a:rPr>
                        <a:t>Amplificador de potencia (Power amplifier)</a:t>
                      </a:r>
                    </a:p>
                  </a:txBody>
                  <a:tcPr marL="85320" marR="85320" marT="42660" marB="42660" anchor="ctr"/>
                </a:tc>
                <a:tc>
                  <a:txBody>
                    <a:bodyPr/>
                    <a:lstStyle/>
                    <a:p>
                      <a:r>
                        <a:rPr lang="es-MX" sz="1600">
                          <a:effectLst/>
                        </a:rPr>
                        <a:t>Este equipo fue necesario para amplificar la señal de RF generada por el VNA antes de que fuera irradiada por la antena estirable.</a:t>
                      </a:r>
                    </a:p>
                  </a:txBody>
                  <a:tcPr marL="85320" marR="85320" marT="42660" marB="42660" anchor="ctr"/>
                </a:tc>
                <a:extLst>
                  <a:ext uri="{0D108BD9-81ED-4DB2-BD59-A6C34878D82A}">
                    <a16:rowId xmlns:a16="http://schemas.microsoft.com/office/drawing/2014/main" val="12101086"/>
                  </a:ext>
                </a:extLst>
              </a:tr>
              <a:tr h="665514">
                <a:tc>
                  <a:txBody>
                    <a:bodyPr/>
                    <a:lstStyle/>
                    <a:p>
                      <a:r>
                        <a:rPr lang="en-US" sz="1600">
                          <a:effectLst/>
                        </a:rPr>
                        <a:t>Sonda estándar (Standard probe)</a:t>
                      </a:r>
                    </a:p>
                  </a:txBody>
                  <a:tcPr marL="85320" marR="85320" marT="42660" marB="42660" anchor="ctr"/>
                </a:tc>
                <a:tc>
                  <a:txBody>
                    <a:bodyPr/>
                    <a:lstStyle/>
                    <a:p>
                      <a:r>
                        <a:rPr lang="es-MX" sz="1600" dirty="0">
                          <a:effectLst/>
                        </a:rPr>
                        <a:t>Se utilizó para recibir la señal de RF radiada por la antena durante las pruebas.</a:t>
                      </a:r>
                    </a:p>
                  </a:txBody>
                  <a:tcPr marL="85320" marR="85320" marT="42660" marB="42660" anchor="ctr"/>
                </a:tc>
                <a:extLst>
                  <a:ext uri="{0D108BD9-81ED-4DB2-BD59-A6C34878D82A}">
                    <a16:rowId xmlns:a16="http://schemas.microsoft.com/office/drawing/2014/main" val="3807307444"/>
                  </a:ext>
                </a:extLst>
              </a:tr>
            </a:tbl>
          </a:graphicData>
        </a:graphic>
      </p:graphicFrame>
      <p:pic>
        <p:nvPicPr>
          <p:cNvPr id="6" name="Imagen 5"/>
          <p:cNvPicPr>
            <a:picLocks noChangeAspect="1"/>
          </p:cNvPicPr>
          <p:nvPr/>
        </p:nvPicPr>
        <p:blipFill>
          <a:blip r:embed="rId6"/>
          <a:stretch>
            <a:fillRect/>
          </a:stretch>
        </p:blipFill>
        <p:spPr>
          <a:xfrm>
            <a:off x="8097979" y="1910194"/>
            <a:ext cx="3433241" cy="3621364"/>
          </a:xfrm>
          <a:prstGeom prst="rect">
            <a:avLst/>
          </a:prstGeom>
        </p:spPr>
      </p:pic>
    </p:spTree>
    <p:extLst>
      <p:ext uri="{BB962C8B-B14F-4D97-AF65-F5344CB8AC3E}">
        <p14:creationId xmlns:p14="http://schemas.microsoft.com/office/powerpoint/2010/main" val="176072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Imagen 27">
            <a:extLst>
              <a:ext uri="{FF2B5EF4-FFF2-40B4-BE49-F238E27FC236}">
                <a16:creationId xmlns:a16="http://schemas.microsoft.com/office/drawing/2014/main" id="{24334AD4-6EB1-4C20-B212-684FE9461C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9" y="136525"/>
            <a:ext cx="12192000" cy="6854251"/>
          </a:xfrm>
          <a:prstGeom prst="rect">
            <a:avLst/>
          </a:prstGeom>
        </p:spPr>
      </p:pic>
      <p:sp>
        <p:nvSpPr>
          <p:cNvPr id="27" name="CuadroTexto 26">
            <a:extLst>
              <a:ext uri="{FF2B5EF4-FFF2-40B4-BE49-F238E27FC236}">
                <a16:creationId xmlns:a16="http://schemas.microsoft.com/office/drawing/2014/main" id="{534B4240-D408-4F17-8CDE-AAB831BEF75D}"/>
              </a:ext>
            </a:extLst>
          </p:cNvPr>
          <p:cNvSpPr txBox="1"/>
          <p:nvPr/>
        </p:nvSpPr>
        <p:spPr>
          <a:xfrm>
            <a:off x="152114" y="175735"/>
            <a:ext cx="7677436" cy="646331"/>
          </a:xfrm>
          <a:prstGeom prst="rect">
            <a:avLst/>
          </a:prstGeom>
          <a:noFill/>
        </p:spPr>
        <p:txBody>
          <a:bodyPr wrap="square" rtlCol="0">
            <a:spAutoFit/>
          </a:bodyPr>
          <a:lstStyle/>
          <a:p>
            <a:pPr lvl="0">
              <a:defRPr/>
            </a:pPr>
            <a:r>
              <a:rPr lang="es-ES" sz="3600" b="1" dirty="0">
                <a:solidFill>
                  <a:srgbClr val="5B87C5"/>
                </a:solidFill>
                <a:latin typeface="Arial"/>
                <a:cs typeface="Arial"/>
              </a:rPr>
              <a:t>Parámetros de Diseño</a:t>
            </a:r>
            <a:endParaRPr kumimoji="0" lang="es-ES" sz="3600" b="1" i="0" u="none" strike="noStrike" kern="1200" cap="none" spc="0" normalizeH="0" baseline="0" noProof="0" dirty="0">
              <a:ln>
                <a:noFill/>
              </a:ln>
              <a:solidFill>
                <a:srgbClr val="5B87C5"/>
              </a:solidFill>
              <a:effectLst/>
              <a:uLnTx/>
              <a:uFillTx/>
              <a:latin typeface="Arial"/>
              <a:ea typeface="+mn-ea"/>
              <a:cs typeface="Arial"/>
            </a:endParaRPr>
          </a:p>
        </p:txBody>
      </p:sp>
      <p:cxnSp>
        <p:nvCxnSpPr>
          <p:cNvPr id="29" name="Conector recto 28">
            <a:extLst>
              <a:ext uri="{FF2B5EF4-FFF2-40B4-BE49-F238E27FC236}">
                <a16:creationId xmlns:a16="http://schemas.microsoft.com/office/drawing/2014/main" id="{C5FA1855-42FA-40B2-ABF2-CF3857156526}"/>
              </a:ext>
            </a:extLst>
          </p:cNvPr>
          <p:cNvCxnSpPr/>
          <p:nvPr/>
        </p:nvCxnSpPr>
        <p:spPr>
          <a:xfrm>
            <a:off x="7899" y="822066"/>
            <a:ext cx="2922035" cy="0"/>
          </a:xfrm>
          <a:prstGeom prst="line">
            <a:avLst/>
          </a:prstGeom>
          <a:ln>
            <a:solidFill>
              <a:srgbClr val="D56C51"/>
            </a:solidFill>
          </a:ln>
        </p:spPr>
        <p:style>
          <a:lnRef idx="2">
            <a:schemeClr val="accent1"/>
          </a:lnRef>
          <a:fillRef idx="0">
            <a:schemeClr val="accent1"/>
          </a:fillRef>
          <a:effectRef idx="1">
            <a:schemeClr val="accent1"/>
          </a:effectRef>
          <a:fontRef idx="minor">
            <a:schemeClr val="tx1"/>
          </a:fontRef>
        </p:style>
      </p:cxnSp>
      <p:sp>
        <p:nvSpPr>
          <p:cNvPr id="2" name="Marcador de número de diapositiva 1">
            <a:extLst>
              <a:ext uri="{FF2B5EF4-FFF2-40B4-BE49-F238E27FC236}">
                <a16:creationId xmlns:a16="http://schemas.microsoft.com/office/drawing/2014/main" id="{1AFA1550-C43F-4FC6-94D5-11680DE6441A}"/>
              </a:ext>
            </a:extLst>
          </p:cNvPr>
          <p:cNvSpPr>
            <a:spLocks noGrp="1"/>
          </p:cNvSpPr>
          <p:nvPr>
            <p:ph type="sldNum" sz="quarter" idx="12"/>
          </p:nvPr>
        </p:nvSpPr>
        <p:spPr/>
        <p:txBody>
          <a:bodyPr/>
          <a:lstStyle/>
          <a:p>
            <a:fld id="{67F76EE7-C3C3-4412-A933-629E31A91FEF}" type="slidenum">
              <a:rPr lang="es-CO" smtClean="0"/>
              <a:t>7</a:t>
            </a:fld>
            <a:endParaRPr lang="es-CO"/>
          </a:p>
        </p:txBody>
      </p:sp>
      <p:pic>
        <p:nvPicPr>
          <p:cNvPr id="9" name="Imagen 8">
            <a:extLst>
              <a:ext uri="{FF2B5EF4-FFF2-40B4-BE49-F238E27FC236}">
                <a16:creationId xmlns:a16="http://schemas.microsoft.com/office/drawing/2014/main" id="{15A5937A-7192-410E-88AD-EE20AF05EABE}"/>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p:blipFill>
        <p:spPr>
          <a:xfrm>
            <a:off x="11171582" y="1"/>
            <a:ext cx="1021807" cy="1483062"/>
          </a:xfrm>
          <a:prstGeom prst="rect">
            <a:avLst/>
          </a:prstGeom>
        </p:spPr>
      </p:pic>
      <p:graphicFrame>
        <p:nvGraphicFramePr>
          <p:cNvPr id="4" name="Tabla 3"/>
          <p:cNvGraphicFramePr>
            <a:graphicFrameLocks noGrp="1"/>
          </p:cNvGraphicFramePr>
          <p:nvPr>
            <p:extLst>
              <p:ext uri="{D42A27DB-BD31-4B8C-83A1-F6EECF244321}">
                <p14:modId xmlns:p14="http://schemas.microsoft.com/office/powerpoint/2010/main" val="902028946"/>
              </p:ext>
            </p:extLst>
          </p:nvPr>
        </p:nvGraphicFramePr>
        <p:xfrm>
          <a:off x="409433" y="861278"/>
          <a:ext cx="10752861" cy="5373306"/>
        </p:xfrm>
        <a:graphic>
          <a:graphicData uri="http://schemas.openxmlformats.org/drawingml/2006/table">
            <a:tbl>
              <a:tblPr firstRow="1" firstCol="1" bandRow="1">
                <a:tableStyleId>{5C22544A-7EE6-4342-B048-85BDC9FD1C3A}</a:tableStyleId>
              </a:tblPr>
              <a:tblGrid>
                <a:gridCol w="1801504">
                  <a:extLst>
                    <a:ext uri="{9D8B030D-6E8A-4147-A177-3AD203B41FA5}">
                      <a16:colId xmlns:a16="http://schemas.microsoft.com/office/drawing/2014/main" val="570489420"/>
                    </a:ext>
                  </a:extLst>
                </a:gridCol>
                <a:gridCol w="2129051">
                  <a:extLst>
                    <a:ext uri="{9D8B030D-6E8A-4147-A177-3AD203B41FA5}">
                      <a16:colId xmlns:a16="http://schemas.microsoft.com/office/drawing/2014/main" val="783265226"/>
                    </a:ext>
                  </a:extLst>
                </a:gridCol>
                <a:gridCol w="6822306">
                  <a:extLst>
                    <a:ext uri="{9D8B030D-6E8A-4147-A177-3AD203B41FA5}">
                      <a16:colId xmlns:a16="http://schemas.microsoft.com/office/drawing/2014/main" val="2024691448"/>
                    </a:ext>
                  </a:extLst>
                </a:gridCol>
              </a:tblGrid>
              <a:tr h="178459">
                <a:tc>
                  <a:txBody>
                    <a:bodyPr/>
                    <a:lstStyle/>
                    <a:p>
                      <a:r>
                        <a:rPr lang="en-US" sz="1400" dirty="0" err="1">
                          <a:effectLst/>
                          <a:latin typeface="Arial" panose="020B0604020202020204" pitchFamily="34" charset="0"/>
                          <a:cs typeface="Arial" panose="020B0604020202020204" pitchFamily="34" charset="0"/>
                        </a:rPr>
                        <a:t>Parámetro</a:t>
                      </a:r>
                      <a:endParaRPr lang="en-US" sz="1400" dirty="0">
                        <a:effectLst/>
                        <a:latin typeface="Arial" panose="020B0604020202020204" pitchFamily="34" charset="0"/>
                        <a:cs typeface="Arial" panose="020B0604020202020204" pitchFamily="34" charset="0"/>
                      </a:endParaRPr>
                    </a:p>
                  </a:txBody>
                  <a:tcPr marL="28073" marR="28073" marT="14037" marB="14037" anchor="ctr"/>
                </a:tc>
                <a:tc>
                  <a:txBody>
                    <a:bodyPr/>
                    <a:lstStyle/>
                    <a:p>
                      <a:r>
                        <a:rPr lang="en-US" sz="1400" dirty="0">
                          <a:effectLst/>
                          <a:latin typeface="Arial" panose="020B0604020202020204" pitchFamily="34" charset="0"/>
                          <a:cs typeface="Arial" panose="020B0604020202020204" pitchFamily="34" charset="0"/>
                        </a:rPr>
                        <a:t>Valor(</a:t>
                      </a:r>
                      <a:r>
                        <a:rPr lang="en-US" sz="1400" dirty="0" err="1">
                          <a:effectLst/>
                          <a:latin typeface="Arial" panose="020B0604020202020204" pitchFamily="34" charset="0"/>
                          <a:cs typeface="Arial" panose="020B0604020202020204" pitchFamily="34" charset="0"/>
                        </a:rPr>
                        <a:t>es</a:t>
                      </a:r>
                      <a:r>
                        <a:rPr lang="en-US" sz="1400" dirty="0">
                          <a:effectLst/>
                          <a:latin typeface="Arial" panose="020B0604020202020204" pitchFamily="34" charset="0"/>
                          <a:cs typeface="Arial" panose="020B0604020202020204" pitchFamily="34" charset="0"/>
                        </a:rPr>
                        <a:t>) Clave / </a:t>
                      </a:r>
                      <a:r>
                        <a:rPr lang="en-US" sz="1400" dirty="0" err="1">
                          <a:effectLst/>
                          <a:latin typeface="Arial" panose="020B0604020202020204" pitchFamily="34" charset="0"/>
                          <a:cs typeface="Arial" panose="020B0604020202020204" pitchFamily="34" charset="0"/>
                        </a:rPr>
                        <a:t>Medida</a:t>
                      </a:r>
                      <a:endParaRPr lang="en-US" sz="1400" dirty="0">
                        <a:effectLst/>
                        <a:latin typeface="Arial" panose="020B0604020202020204" pitchFamily="34" charset="0"/>
                        <a:cs typeface="Arial" panose="020B0604020202020204" pitchFamily="34" charset="0"/>
                      </a:endParaRPr>
                    </a:p>
                  </a:txBody>
                  <a:tcPr marL="28073" marR="28073" marT="14037" marB="14037" anchor="ctr"/>
                </a:tc>
                <a:tc>
                  <a:txBody>
                    <a:bodyPr/>
                    <a:lstStyle/>
                    <a:p>
                      <a:r>
                        <a:rPr lang="en-US" sz="1400">
                          <a:effectLst/>
                          <a:latin typeface="Arial" panose="020B0604020202020204" pitchFamily="34" charset="0"/>
                          <a:cs typeface="Arial" panose="020B0604020202020204" pitchFamily="34" charset="0"/>
                        </a:rPr>
                        <a:t>Descripción y Referencia</a:t>
                      </a:r>
                    </a:p>
                  </a:txBody>
                  <a:tcPr marL="28073" marR="28073" marT="14037" marB="14037" anchor="ctr"/>
                </a:tc>
                <a:extLst>
                  <a:ext uri="{0D108BD9-81ED-4DB2-BD59-A6C34878D82A}">
                    <a16:rowId xmlns:a16="http://schemas.microsoft.com/office/drawing/2014/main" val="3724704869"/>
                  </a:ext>
                </a:extLst>
              </a:tr>
              <a:tr h="411880">
                <a:tc>
                  <a:txBody>
                    <a:bodyPr/>
                    <a:lstStyle/>
                    <a:p>
                      <a:r>
                        <a:rPr lang="en-US" sz="1400" dirty="0" err="1">
                          <a:effectLst/>
                          <a:latin typeface="Arial" panose="020B0604020202020204" pitchFamily="34" charset="0"/>
                          <a:cs typeface="Arial" panose="020B0604020202020204" pitchFamily="34" charset="0"/>
                        </a:rPr>
                        <a:t>Frecuencia</a:t>
                      </a:r>
                      <a:r>
                        <a:rPr lang="en-US" sz="1400" dirty="0">
                          <a:effectLst/>
                          <a:latin typeface="Arial" panose="020B0604020202020204" pitchFamily="34" charset="0"/>
                          <a:cs typeface="Arial" panose="020B0604020202020204" pitchFamily="34" charset="0"/>
                        </a:rPr>
                        <a:t> Central (</a:t>
                      </a:r>
                      <a:r>
                        <a:rPr lang="en-US" sz="1400" dirty="0" err="1">
                          <a:effectLst/>
                          <a:latin typeface="Arial" panose="020B0604020202020204" pitchFamily="34" charset="0"/>
                          <a:cs typeface="Arial" panose="020B0604020202020204" pitchFamily="34" charset="0"/>
                        </a:rPr>
                        <a:t>Objetivo</a:t>
                      </a:r>
                      <a:r>
                        <a:rPr lang="en-US" sz="1400" dirty="0">
                          <a:effectLst/>
                          <a:latin typeface="Arial" panose="020B0604020202020204" pitchFamily="34" charset="0"/>
                          <a:cs typeface="Arial" panose="020B0604020202020204" pitchFamily="34" charset="0"/>
                        </a:rPr>
                        <a:t>)</a:t>
                      </a:r>
                    </a:p>
                  </a:txBody>
                  <a:tcPr marL="28073" marR="28073" marT="14037" marB="14037" anchor="ctr"/>
                </a:tc>
                <a:tc>
                  <a:txBody>
                    <a:bodyPr/>
                    <a:lstStyle/>
                    <a:p>
                      <a:r>
                        <a:rPr lang="en-US" sz="1400" dirty="0" err="1">
                          <a:effectLst/>
                          <a:latin typeface="Arial" panose="020B0604020202020204" pitchFamily="34" charset="0"/>
                          <a:cs typeface="Arial" panose="020B0604020202020204" pitchFamily="34" charset="0"/>
                        </a:rPr>
                        <a:t>Reconfigurabilidad</a:t>
                      </a:r>
                      <a:r>
                        <a:rPr lang="en-US" sz="1400" dirty="0">
                          <a:effectLst/>
                          <a:latin typeface="Arial" panose="020B0604020202020204" pitchFamily="34" charset="0"/>
                          <a:cs typeface="Arial" panose="020B0604020202020204" pitchFamily="34" charset="0"/>
                        </a:rPr>
                        <a:t> de 6 GHz a 4.9 GHz.</a:t>
                      </a:r>
                    </a:p>
                  </a:txBody>
                  <a:tcPr marL="28073" marR="28073" marT="14037" marB="14037" anchor="ctr"/>
                </a:tc>
                <a:tc>
                  <a:txBody>
                    <a:bodyPr/>
                    <a:lstStyle/>
                    <a:p>
                      <a:r>
                        <a:rPr lang="es-MX" sz="1400">
                          <a:effectLst/>
                          <a:latin typeface="Arial" panose="020B0604020202020204" pitchFamily="34" charset="0"/>
                          <a:cs typeface="Arial" panose="020B0604020202020204" pitchFamily="34" charset="0"/>
                        </a:rPr>
                        <a:t>El diseño apunta a operar en puntos de frecuencia discretos entre 4.9 GHz (f1​) y 6.0 GHz (f5​), con un tamaño de paso de ∼0.3 GHz.</a:t>
                      </a:r>
                    </a:p>
                  </a:txBody>
                  <a:tcPr marL="28073" marR="28073" marT="14037" marB="14037" anchor="ctr"/>
                </a:tc>
                <a:extLst>
                  <a:ext uri="{0D108BD9-81ED-4DB2-BD59-A6C34878D82A}">
                    <a16:rowId xmlns:a16="http://schemas.microsoft.com/office/drawing/2014/main" val="2984254659"/>
                  </a:ext>
                </a:extLst>
              </a:tr>
              <a:tr h="336166">
                <a:tc>
                  <a:txBody>
                    <a:bodyPr/>
                    <a:lstStyle/>
                    <a:p>
                      <a:r>
                        <a:rPr lang="en-US" sz="1400" dirty="0">
                          <a:effectLst/>
                          <a:latin typeface="Arial" panose="020B0604020202020204" pitchFamily="34" charset="0"/>
                          <a:cs typeface="Arial" panose="020B0604020202020204" pitchFamily="34" charset="0"/>
                        </a:rPr>
                        <a:t>Banda </a:t>
                      </a:r>
                      <a:r>
                        <a:rPr lang="en-US" sz="1400" dirty="0" err="1">
                          <a:effectLst/>
                          <a:latin typeface="Arial" panose="020B0604020202020204" pitchFamily="34" charset="0"/>
                          <a:cs typeface="Arial" panose="020B0604020202020204" pitchFamily="34" charset="0"/>
                        </a:rPr>
                        <a:t>Útil</a:t>
                      </a:r>
                      <a:r>
                        <a:rPr lang="en-US" sz="1400" dirty="0">
                          <a:effectLst/>
                          <a:latin typeface="Arial" panose="020B0604020202020204" pitchFamily="34" charset="0"/>
                          <a:cs typeface="Arial" panose="020B0604020202020204" pitchFamily="34" charset="0"/>
                        </a:rPr>
                        <a:t> (Bandwidth)</a:t>
                      </a:r>
                    </a:p>
                  </a:txBody>
                  <a:tcPr marL="28073" marR="28073" marT="14037" marB="14037" anchor="ctr"/>
                </a:tc>
                <a:tc>
                  <a:txBody>
                    <a:bodyPr/>
                    <a:lstStyle/>
                    <a:p>
                      <a:r>
                        <a:rPr lang="en-US" sz="1400">
                          <a:effectLst/>
                          <a:latin typeface="Arial" panose="020B0604020202020204" pitchFamily="34" charset="0"/>
                          <a:cs typeface="Arial" panose="020B0604020202020204" pitchFamily="34" charset="0"/>
                        </a:rPr>
                        <a:t>100 MHz.</a:t>
                      </a:r>
                    </a:p>
                  </a:txBody>
                  <a:tcPr marL="28073" marR="28073" marT="14037" marB="14037" anchor="ctr"/>
                </a:tc>
                <a:tc>
                  <a:txBody>
                    <a:bodyPr/>
                    <a:lstStyle/>
                    <a:p>
                      <a:r>
                        <a:rPr lang="es-MX" sz="1400">
                          <a:effectLst/>
                          <a:latin typeface="Arial" panose="020B0604020202020204" pitchFamily="34" charset="0"/>
                          <a:cs typeface="Arial" panose="020B0604020202020204" pitchFamily="34" charset="0"/>
                        </a:rPr>
                        <a:t>Este fue el ancho de banda objetivo establecido como requisito de diseño.</a:t>
                      </a:r>
                    </a:p>
                  </a:txBody>
                  <a:tcPr marL="28073" marR="28073" marT="14037" marB="14037" anchor="ctr"/>
                </a:tc>
                <a:extLst>
                  <a:ext uri="{0D108BD9-81ED-4DB2-BD59-A6C34878D82A}">
                    <a16:rowId xmlns:a16="http://schemas.microsoft.com/office/drawing/2014/main" val="3756549533"/>
                  </a:ext>
                </a:extLst>
              </a:tr>
              <a:tr h="493873">
                <a:tc>
                  <a:txBody>
                    <a:bodyPr/>
                    <a:lstStyle/>
                    <a:p>
                      <a:r>
                        <a:rPr lang="en-US" sz="1400" dirty="0" err="1">
                          <a:effectLst/>
                          <a:latin typeface="Arial" panose="020B0604020202020204" pitchFamily="34" charset="0"/>
                          <a:cs typeface="Arial" panose="020B0604020202020204" pitchFamily="34" charset="0"/>
                        </a:rPr>
                        <a:t>Ganancia</a:t>
                      </a:r>
                      <a:r>
                        <a:rPr lang="en-US" sz="1400" dirty="0">
                          <a:effectLst/>
                          <a:latin typeface="Arial" panose="020B0604020202020204" pitchFamily="34" charset="0"/>
                          <a:cs typeface="Arial" panose="020B0604020202020204" pitchFamily="34" charset="0"/>
                        </a:rPr>
                        <a:t> </a:t>
                      </a:r>
                      <a:r>
                        <a:rPr lang="en-US" sz="1400" dirty="0" err="1">
                          <a:effectLst/>
                          <a:latin typeface="Arial" panose="020B0604020202020204" pitchFamily="34" charset="0"/>
                          <a:cs typeface="Arial" panose="020B0604020202020204" pitchFamily="34" charset="0"/>
                        </a:rPr>
                        <a:t>Máxima</a:t>
                      </a:r>
                      <a:r>
                        <a:rPr lang="en-US" sz="1400" dirty="0">
                          <a:effectLst/>
                          <a:latin typeface="Arial" panose="020B0604020202020204" pitchFamily="34" charset="0"/>
                          <a:cs typeface="Arial" panose="020B0604020202020204" pitchFamily="34" charset="0"/>
                        </a:rPr>
                        <a:t> (Realized Gain)</a:t>
                      </a:r>
                    </a:p>
                  </a:txBody>
                  <a:tcPr marL="28073" marR="28073" marT="14037" marB="14037" anchor="ctr"/>
                </a:tc>
                <a:tc>
                  <a:txBody>
                    <a:bodyPr/>
                    <a:lstStyle/>
                    <a:p>
                      <a:r>
                        <a:rPr lang="fr-FR" sz="1400">
                          <a:effectLst/>
                          <a:latin typeface="Arial" panose="020B0604020202020204" pitchFamily="34" charset="0"/>
                          <a:cs typeface="Arial" panose="020B0604020202020204" pitchFamily="34" charset="0"/>
                        </a:rPr>
                        <a:t>Varía de 5.0 dBi (0% strain) a −0.1 dBi (20% strain).</a:t>
                      </a:r>
                    </a:p>
                  </a:txBody>
                  <a:tcPr marL="28073" marR="28073" marT="14037" marB="14037" anchor="ctr"/>
                </a:tc>
                <a:tc>
                  <a:txBody>
                    <a:bodyPr/>
                    <a:lstStyle/>
                    <a:p>
                      <a:r>
                        <a:rPr lang="es-MX" sz="1400">
                          <a:effectLst/>
                          <a:latin typeface="Arial" panose="020B0604020202020204" pitchFamily="34" charset="0"/>
                          <a:cs typeface="Arial" panose="020B0604020202020204" pitchFamily="34" charset="0"/>
                        </a:rPr>
                        <a:t>La ganancia disminuye a medida que aumenta el estiramiento; se reporta una ganancia de 5.0 dBi en estado relajado (6 GHz).</a:t>
                      </a:r>
                    </a:p>
                  </a:txBody>
                  <a:tcPr marL="28073" marR="28073" marT="14037" marB="14037" anchor="ctr"/>
                </a:tc>
                <a:extLst>
                  <a:ext uri="{0D108BD9-81ED-4DB2-BD59-A6C34878D82A}">
                    <a16:rowId xmlns:a16="http://schemas.microsoft.com/office/drawing/2014/main" val="2367486372"/>
                  </a:ext>
                </a:extLst>
              </a:tr>
              <a:tr h="612059">
                <a:tc>
                  <a:txBody>
                    <a:bodyPr/>
                    <a:lstStyle/>
                    <a:p>
                      <a:r>
                        <a:rPr lang="en-US" sz="1400">
                          <a:effectLst/>
                          <a:latin typeface="Arial" panose="020B0604020202020204" pitchFamily="34" charset="0"/>
                          <a:cs typeface="Arial" panose="020B0604020202020204" pitchFamily="34" charset="0"/>
                        </a:rPr>
                        <a:t>Eficiencia de Radiación (Total)</a:t>
                      </a:r>
                    </a:p>
                  </a:txBody>
                  <a:tcPr marL="28073" marR="28073" marT="14037" marB="14037" anchor="ctr"/>
                </a:tc>
                <a:tc>
                  <a:txBody>
                    <a:bodyPr/>
                    <a:lstStyle/>
                    <a:p>
                      <a:r>
                        <a:rPr lang="en-US" sz="1400">
                          <a:effectLst/>
                          <a:latin typeface="Arial" panose="020B0604020202020204" pitchFamily="34" charset="0"/>
                          <a:cs typeface="Arial" panose="020B0604020202020204" pitchFamily="34" charset="0"/>
                        </a:rPr>
                        <a:t>Máximo: 48%.</a:t>
                      </a:r>
                    </a:p>
                  </a:txBody>
                  <a:tcPr marL="28073" marR="28073" marT="14037" marB="14037" anchor="ctr"/>
                </a:tc>
                <a:tc>
                  <a:txBody>
                    <a:bodyPr/>
                    <a:lstStyle/>
                    <a:p>
                      <a:r>
                        <a:rPr lang="es-MX" sz="1400">
                          <a:effectLst/>
                          <a:latin typeface="Arial" panose="020B0604020202020204" pitchFamily="34" charset="0"/>
                          <a:cs typeface="Arial" panose="020B0604020202020204" pitchFamily="34" charset="0"/>
                        </a:rPr>
                        <a:t>El valor máximo reportado para este trabajo es del 48%. La eficiencia total medida fue mayor que la simulada bajo 20% de tensión debido al cepillado con pasta de plata conductiva.</a:t>
                      </a:r>
                    </a:p>
                  </a:txBody>
                  <a:tcPr marL="28073" marR="28073" marT="14037" marB="14037" anchor="ctr"/>
                </a:tc>
                <a:extLst>
                  <a:ext uri="{0D108BD9-81ED-4DB2-BD59-A6C34878D82A}">
                    <a16:rowId xmlns:a16="http://schemas.microsoft.com/office/drawing/2014/main" val="3285395497"/>
                  </a:ext>
                </a:extLst>
              </a:tr>
              <a:tr h="651581">
                <a:tc>
                  <a:txBody>
                    <a:bodyPr/>
                    <a:lstStyle/>
                    <a:p>
                      <a:r>
                        <a:rPr lang="es-MX" sz="1400" dirty="0">
                          <a:effectLst/>
                          <a:latin typeface="Arial" panose="020B0604020202020204" pitchFamily="34" charset="0"/>
                          <a:cs typeface="Arial" panose="020B0604020202020204" pitchFamily="34" charset="0"/>
                        </a:rPr>
                        <a:t>Ángulo de Radiación Principal (Radiation </a:t>
                      </a:r>
                      <a:r>
                        <a:rPr lang="es-MX" sz="1400" dirty="0" err="1">
                          <a:effectLst/>
                          <a:latin typeface="Arial" panose="020B0604020202020204" pitchFamily="34" charset="0"/>
                          <a:cs typeface="Arial" panose="020B0604020202020204" pitchFamily="34" charset="0"/>
                        </a:rPr>
                        <a:t>Pattern</a:t>
                      </a:r>
                      <a:r>
                        <a:rPr lang="es-MX" sz="1400" dirty="0">
                          <a:effectLst/>
                          <a:latin typeface="Arial" panose="020B0604020202020204" pitchFamily="34" charset="0"/>
                          <a:cs typeface="Arial" panose="020B0604020202020204" pitchFamily="34" charset="0"/>
                        </a:rPr>
                        <a:t>)</a:t>
                      </a:r>
                    </a:p>
                  </a:txBody>
                  <a:tcPr marL="28073" marR="28073" marT="14037" marB="14037" anchor="ctr"/>
                </a:tc>
                <a:tc>
                  <a:txBody>
                    <a:bodyPr/>
                    <a:lstStyle/>
                    <a:p>
                      <a:r>
                        <a:rPr lang="es-MX" sz="1400">
                          <a:effectLst/>
                          <a:latin typeface="Arial" panose="020B0604020202020204" pitchFamily="34" charset="0"/>
                          <a:cs typeface="Arial" panose="020B0604020202020204" pitchFamily="34" charset="0"/>
                        </a:rPr>
                        <a:t>Se observó un buen acuerdo con los datos de simulación en el lóbulo del haz principal.</a:t>
                      </a:r>
                    </a:p>
                  </a:txBody>
                  <a:tcPr marL="28073" marR="28073" marT="14037" marB="14037" anchor="ctr"/>
                </a:tc>
                <a:tc>
                  <a:txBody>
                    <a:bodyPr/>
                    <a:lstStyle/>
                    <a:p>
                      <a:endParaRPr lang="en-US" sz="1400" dirty="0">
                        <a:effectLst/>
                        <a:latin typeface="Arial" panose="020B0604020202020204" pitchFamily="34" charset="0"/>
                        <a:cs typeface="Arial" panose="020B0604020202020204" pitchFamily="34" charset="0"/>
                      </a:endParaRPr>
                    </a:p>
                  </a:txBody>
                  <a:tcPr marL="28073" marR="28073" marT="14037" marB="14037" anchor="ctr"/>
                </a:tc>
                <a:extLst>
                  <a:ext uri="{0D108BD9-81ED-4DB2-BD59-A6C34878D82A}">
                    <a16:rowId xmlns:a16="http://schemas.microsoft.com/office/drawing/2014/main" val="12757895"/>
                  </a:ext>
                </a:extLst>
              </a:tr>
              <a:tr h="511970">
                <a:tc>
                  <a:txBody>
                    <a:bodyPr/>
                    <a:lstStyle/>
                    <a:p>
                      <a:r>
                        <a:rPr lang="es-MX" sz="1400">
                          <a:effectLst/>
                          <a:latin typeface="Arial" panose="020B0604020202020204" pitchFamily="34" charset="0"/>
                          <a:cs typeface="Arial" panose="020B0604020202020204" pitchFamily="34" charset="0"/>
                        </a:rPr>
                        <a:t>Tasa de Deformación (Strain Ratio, St)</a:t>
                      </a:r>
                    </a:p>
                  </a:txBody>
                  <a:tcPr marL="28073" marR="28073" marT="14037" marB="14037" anchor="ctr"/>
                </a:tc>
                <a:tc>
                  <a:txBody>
                    <a:bodyPr/>
                    <a:lstStyle/>
                    <a:p>
                      <a:r>
                        <a:rPr lang="en-US" sz="1400">
                          <a:effectLst/>
                          <a:latin typeface="Arial" panose="020B0604020202020204" pitchFamily="34" charset="0"/>
                          <a:cs typeface="Arial" panose="020B0604020202020204" pitchFamily="34" charset="0"/>
                        </a:rPr>
                        <a:t>Máximo permitido: 35%.</a:t>
                      </a:r>
                    </a:p>
                  </a:txBody>
                  <a:tcPr marL="28073" marR="28073" marT="14037" marB="14037" anchor="ctr"/>
                </a:tc>
                <a:tc>
                  <a:txBody>
                    <a:bodyPr/>
                    <a:lstStyle/>
                    <a:p>
                      <a:r>
                        <a:rPr lang="es-MX" sz="1400">
                          <a:effectLst/>
                          <a:latin typeface="Arial" panose="020B0604020202020204" pitchFamily="34" charset="0"/>
                          <a:cs typeface="Arial" panose="020B0604020202020204" pitchFamily="34" charset="0"/>
                        </a:rPr>
                        <a:t>Es el parámetro primario que controla la reconfigurabilidad. Los puntos de tensión discreta corresponden a las frecuencias: St5​=0% (6.0 GHz) hasta St1​=20% (4.9 GHz).</a:t>
                      </a:r>
                    </a:p>
                  </a:txBody>
                  <a:tcPr marL="28073" marR="28073" marT="14037" marB="14037" anchor="ctr"/>
                </a:tc>
                <a:extLst>
                  <a:ext uri="{0D108BD9-81ED-4DB2-BD59-A6C34878D82A}">
                    <a16:rowId xmlns:a16="http://schemas.microsoft.com/office/drawing/2014/main" val="150124916"/>
                  </a:ext>
                </a:extLst>
              </a:tr>
              <a:tr h="493873">
                <a:tc>
                  <a:txBody>
                    <a:bodyPr/>
                    <a:lstStyle/>
                    <a:p>
                      <a:r>
                        <a:rPr lang="en-US" sz="1400">
                          <a:effectLst/>
                          <a:latin typeface="Arial" panose="020B0604020202020204" pitchFamily="34" charset="0"/>
                          <a:cs typeface="Arial" panose="020B0604020202020204" pitchFamily="34" charset="0"/>
                        </a:rPr>
                        <a:t>Constante Dieléctrica Efectiva (</a:t>
                      </a:r>
                      <a:r>
                        <a:rPr lang="el-GR" sz="1400">
                          <a:effectLst/>
                          <a:latin typeface="Arial" panose="020B0604020202020204" pitchFamily="34" charset="0"/>
                          <a:cs typeface="Arial" panose="020B0604020202020204" pitchFamily="34" charset="0"/>
                        </a:rPr>
                        <a:t>ϵ</a:t>
                      </a:r>
                      <a:r>
                        <a:rPr lang="en-US" sz="1400">
                          <a:effectLst/>
                          <a:latin typeface="Arial" panose="020B0604020202020204" pitchFamily="34" charset="0"/>
                          <a:cs typeface="Arial" panose="020B0604020202020204" pitchFamily="34" charset="0"/>
                        </a:rPr>
                        <a:t>r​)</a:t>
                      </a:r>
                    </a:p>
                  </a:txBody>
                  <a:tcPr marL="28073" marR="28073" marT="14037" marB="14037" anchor="ctr"/>
                </a:tc>
                <a:tc>
                  <a:txBody>
                    <a:bodyPr/>
                    <a:lstStyle/>
                    <a:p>
                      <a:r>
                        <a:rPr lang="es-MX" sz="1400" dirty="0">
                          <a:effectLst/>
                          <a:latin typeface="Arial" panose="020B0604020202020204" pitchFamily="34" charset="0"/>
                          <a:cs typeface="Arial" panose="020B0604020202020204" pitchFamily="34" charset="0"/>
                        </a:rPr>
                        <a:t>Varía de 2.7 a 2.95.</a:t>
                      </a:r>
                    </a:p>
                  </a:txBody>
                  <a:tcPr marL="28073" marR="28073" marT="14037" marB="14037" anchor="ctr"/>
                </a:tc>
                <a:tc>
                  <a:txBody>
                    <a:bodyPr/>
                    <a:lstStyle/>
                    <a:p>
                      <a:r>
                        <a:rPr lang="es-MX" sz="1400" dirty="0">
                          <a:effectLst/>
                          <a:latin typeface="Arial" panose="020B0604020202020204" pitchFamily="34" charset="0"/>
                          <a:cs typeface="Arial" panose="020B0604020202020204" pitchFamily="34" charset="0"/>
                        </a:rPr>
                        <a:t>Es una variable dependiente de la deformación. Se mide en 2.7 en estado normal, y aumenta a 2.95 con una deformación del 35%.</a:t>
                      </a:r>
                    </a:p>
                  </a:txBody>
                  <a:tcPr marL="28073" marR="28073" marT="14037" marB="14037" anchor="ctr"/>
                </a:tc>
                <a:extLst>
                  <a:ext uri="{0D108BD9-81ED-4DB2-BD59-A6C34878D82A}">
                    <a16:rowId xmlns:a16="http://schemas.microsoft.com/office/drawing/2014/main" val="1234735943"/>
                  </a:ext>
                </a:extLst>
              </a:tr>
              <a:tr h="612059">
                <a:tc>
                  <a:txBody>
                    <a:bodyPr/>
                    <a:lstStyle/>
                    <a:p>
                      <a:r>
                        <a:rPr lang="en-US" sz="1400">
                          <a:effectLst/>
                          <a:latin typeface="Arial" panose="020B0604020202020204" pitchFamily="34" charset="0"/>
                          <a:cs typeface="Arial" panose="020B0604020202020204" pitchFamily="34" charset="0"/>
                        </a:rPr>
                        <a:t>Conductividad Equivalente (</a:t>
                      </a:r>
                      <a:r>
                        <a:rPr lang="el-GR" sz="1400">
                          <a:effectLst/>
                          <a:latin typeface="Arial" panose="020B0604020202020204" pitchFamily="34" charset="0"/>
                          <a:cs typeface="Arial" panose="020B0604020202020204" pitchFamily="34" charset="0"/>
                        </a:rPr>
                        <a:t>ν)</a:t>
                      </a:r>
                    </a:p>
                  </a:txBody>
                  <a:tcPr marL="28073" marR="28073" marT="14037" marB="14037" anchor="ctr"/>
                </a:tc>
                <a:tc>
                  <a:txBody>
                    <a:bodyPr/>
                    <a:lstStyle/>
                    <a:p>
                      <a:r>
                        <a:rPr lang="es-MX" sz="1400" dirty="0">
                          <a:effectLst/>
                          <a:latin typeface="Arial" panose="020B0604020202020204" pitchFamily="34" charset="0"/>
                          <a:cs typeface="Arial" panose="020B0604020202020204" pitchFamily="34" charset="0"/>
                        </a:rPr>
                        <a:t>∼106 S/m (al 20% de deformación).</a:t>
                      </a:r>
                    </a:p>
                  </a:txBody>
                  <a:tcPr marL="28073" marR="28073" marT="14037" marB="14037" anchor="ctr"/>
                </a:tc>
                <a:tc>
                  <a:txBody>
                    <a:bodyPr/>
                    <a:lstStyle/>
                    <a:p>
                      <a:r>
                        <a:rPr lang="es-MX" sz="1400" dirty="0">
                          <a:effectLst/>
                          <a:latin typeface="Arial" panose="020B0604020202020204" pitchFamily="34" charset="0"/>
                          <a:cs typeface="Arial" panose="020B0604020202020204" pitchFamily="34" charset="0"/>
                        </a:rPr>
                        <a:t>Es una variable dependiente de la deformación. Sus valores numéricos fueron medidos mediante el método de sonda, demostrando una mitigación de la disminución debido al pre-estiramiento.</a:t>
                      </a:r>
                    </a:p>
                  </a:txBody>
                  <a:tcPr marL="28073" marR="28073" marT="14037" marB="14037" anchor="ctr"/>
                </a:tc>
                <a:extLst>
                  <a:ext uri="{0D108BD9-81ED-4DB2-BD59-A6C34878D82A}">
                    <a16:rowId xmlns:a16="http://schemas.microsoft.com/office/drawing/2014/main" val="3599921810"/>
                  </a:ext>
                </a:extLst>
              </a:tr>
            </a:tbl>
          </a:graphicData>
        </a:graphic>
      </p:graphicFrame>
    </p:spTree>
    <p:extLst>
      <p:ext uri="{BB962C8B-B14F-4D97-AF65-F5344CB8AC3E}">
        <p14:creationId xmlns:p14="http://schemas.microsoft.com/office/powerpoint/2010/main" val="22252685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Imagen 27">
            <a:extLst>
              <a:ext uri="{FF2B5EF4-FFF2-40B4-BE49-F238E27FC236}">
                <a16:creationId xmlns:a16="http://schemas.microsoft.com/office/drawing/2014/main" id="{24334AD4-6EB1-4C20-B212-684FE9461C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9" y="136525"/>
            <a:ext cx="12192000" cy="6854251"/>
          </a:xfrm>
          <a:prstGeom prst="rect">
            <a:avLst/>
          </a:prstGeom>
        </p:spPr>
      </p:pic>
      <p:sp>
        <p:nvSpPr>
          <p:cNvPr id="27" name="CuadroTexto 26">
            <a:extLst>
              <a:ext uri="{FF2B5EF4-FFF2-40B4-BE49-F238E27FC236}">
                <a16:creationId xmlns:a16="http://schemas.microsoft.com/office/drawing/2014/main" id="{534B4240-D408-4F17-8CDE-AAB831BEF75D}"/>
              </a:ext>
            </a:extLst>
          </p:cNvPr>
          <p:cNvSpPr txBox="1"/>
          <p:nvPr/>
        </p:nvSpPr>
        <p:spPr>
          <a:xfrm>
            <a:off x="152114" y="175735"/>
            <a:ext cx="7677436" cy="646331"/>
          </a:xfrm>
          <a:prstGeom prst="rect">
            <a:avLst/>
          </a:prstGeom>
          <a:noFill/>
        </p:spPr>
        <p:txBody>
          <a:bodyPr wrap="square" rtlCol="0">
            <a:spAutoFit/>
          </a:bodyPr>
          <a:lstStyle/>
          <a:p>
            <a:pPr lvl="0">
              <a:defRPr/>
            </a:pPr>
            <a:r>
              <a:rPr lang="es-ES" sz="3600" b="1" dirty="0">
                <a:solidFill>
                  <a:srgbClr val="5B87C5"/>
                </a:solidFill>
                <a:latin typeface="Arial"/>
                <a:cs typeface="Arial"/>
              </a:rPr>
              <a:t>Propuesta</a:t>
            </a:r>
            <a:endParaRPr kumimoji="0" lang="es-ES" sz="3600" b="1" i="0" u="none" strike="noStrike" kern="1200" cap="none" spc="0" normalizeH="0" baseline="0" noProof="0" dirty="0">
              <a:ln>
                <a:noFill/>
              </a:ln>
              <a:solidFill>
                <a:srgbClr val="5B87C5"/>
              </a:solidFill>
              <a:effectLst/>
              <a:uLnTx/>
              <a:uFillTx/>
              <a:latin typeface="Arial"/>
              <a:ea typeface="+mn-ea"/>
              <a:cs typeface="Arial"/>
            </a:endParaRPr>
          </a:p>
        </p:txBody>
      </p:sp>
      <p:cxnSp>
        <p:nvCxnSpPr>
          <p:cNvPr id="29" name="Conector recto 28">
            <a:extLst>
              <a:ext uri="{FF2B5EF4-FFF2-40B4-BE49-F238E27FC236}">
                <a16:creationId xmlns:a16="http://schemas.microsoft.com/office/drawing/2014/main" id="{C5FA1855-42FA-40B2-ABF2-CF3857156526}"/>
              </a:ext>
            </a:extLst>
          </p:cNvPr>
          <p:cNvCxnSpPr/>
          <p:nvPr/>
        </p:nvCxnSpPr>
        <p:spPr>
          <a:xfrm>
            <a:off x="7899" y="822066"/>
            <a:ext cx="2922035" cy="0"/>
          </a:xfrm>
          <a:prstGeom prst="line">
            <a:avLst/>
          </a:prstGeom>
          <a:ln>
            <a:solidFill>
              <a:srgbClr val="D56C51"/>
            </a:solidFill>
          </a:ln>
        </p:spPr>
        <p:style>
          <a:lnRef idx="2">
            <a:schemeClr val="accent1"/>
          </a:lnRef>
          <a:fillRef idx="0">
            <a:schemeClr val="accent1"/>
          </a:fillRef>
          <a:effectRef idx="1">
            <a:schemeClr val="accent1"/>
          </a:effectRef>
          <a:fontRef idx="minor">
            <a:schemeClr val="tx1"/>
          </a:fontRef>
        </p:style>
      </p:cxnSp>
      <p:sp>
        <p:nvSpPr>
          <p:cNvPr id="2" name="Marcador de número de diapositiva 1">
            <a:extLst>
              <a:ext uri="{FF2B5EF4-FFF2-40B4-BE49-F238E27FC236}">
                <a16:creationId xmlns:a16="http://schemas.microsoft.com/office/drawing/2014/main" id="{1AFA1550-C43F-4FC6-94D5-11680DE6441A}"/>
              </a:ext>
            </a:extLst>
          </p:cNvPr>
          <p:cNvSpPr>
            <a:spLocks noGrp="1"/>
          </p:cNvSpPr>
          <p:nvPr>
            <p:ph type="sldNum" sz="quarter" idx="12"/>
          </p:nvPr>
        </p:nvSpPr>
        <p:spPr/>
        <p:txBody>
          <a:bodyPr/>
          <a:lstStyle/>
          <a:p>
            <a:fld id="{67F76EE7-C3C3-4412-A933-629E31A91FEF}" type="slidenum">
              <a:rPr lang="es-CO" smtClean="0"/>
              <a:t>8</a:t>
            </a:fld>
            <a:endParaRPr lang="es-CO"/>
          </a:p>
        </p:txBody>
      </p:sp>
      <p:pic>
        <p:nvPicPr>
          <p:cNvPr id="9" name="Imagen 8">
            <a:extLst>
              <a:ext uri="{FF2B5EF4-FFF2-40B4-BE49-F238E27FC236}">
                <a16:creationId xmlns:a16="http://schemas.microsoft.com/office/drawing/2014/main" id="{15A5937A-7192-410E-88AD-EE20AF05EABE}"/>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p:blipFill>
        <p:spPr>
          <a:xfrm>
            <a:off x="11171582" y="1"/>
            <a:ext cx="1021807" cy="1483062"/>
          </a:xfrm>
          <a:prstGeom prst="rect">
            <a:avLst/>
          </a:prstGeom>
        </p:spPr>
      </p:pic>
      <p:sp>
        <p:nvSpPr>
          <p:cNvPr id="3" name="CuadroTexto 2"/>
          <p:cNvSpPr txBox="1"/>
          <p:nvPr/>
        </p:nvSpPr>
        <p:spPr>
          <a:xfrm>
            <a:off x="391450" y="1107497"/>
            <a:ext cx="8219150" cy="707886"/>
          </a:xfrm>
          <a:prstGeom prst="rect">
            <a:avLst/>
          </a:prstGeom>
          <a:noFill/>
        </p:spPr>
        <p:txBody>
          <a:bodyPr wrap="square" rtlCol="0">
            <a:spAutoFit/>
          </a:bodyPr>
          <a:lstStyle/>
          <a:p>
            <a:r>
              <a:rPr lang="es-MX" sz="2000" b="1" u="sng" dirty="0">
                <a:solidFill>
                  <a:srgbClr val="5B87C5"/>
                </a:solidFill>
                <a:latin typeface="Arial" panose="020B0604020202020204" pitchFamily="34" charset="0"/>
                <a:cs typeface="Arial" panose="020B0604020202020204" pitchFamily="34" charset="0"/>
              </a:rPr>
              <a:t>Antenas que se Adaptan: Diseñando Sistemas de Comunicación para </a:t>
            </a:r>
            <a:r>
              <a:rPr lang="es-MX" sz="2000" b="1" u="sng" dirty="0" smtClean="0">
                <a:solidFill>
                  <a:srgbClr val="5B87C5"/>
                </a:solidFill>
                <a:latin typeface="Arial" panose="020B0604020202020204" pitchFamily="34" charset="0"/>
                <a:cs typeface="Arial" panose="020B0604020202020204" pitchFamily="34" charset="0"/>
              </a:rPr>
              <a:t>Estructuras </a:t>
            </a:r>
            <a:r>
              <a:rPr lang="es-MX" sz="2000" b="1" u="sng" dirty="0">
                <a:solidFill>
                  <a:srgbClr val="5B87C5"/>
                </a:solidFill>
                <a:latin typeface="Arial" panose="020B0604020202020204" pitchFamily="34" charset="0"/>
                <a:cs typeface="Arial" panose="020B0604020202020204" pitchFamily="34" charset="0"/>
              </a:rPr>
              <a:t>Dinámicas</a:t>
            </a:r>
            <a:endParaRPr lang="en-US" sz="2000" b="1" u="sng" dirty="0">
              <a:solidFill>
                <a:srgbClr val="5B87C5"/>
              </a:solidFill>
              <a:latin typeface="Arial" panose="020B0604020202020204" pitchFamily="34" charset="0"/>
              <a:cs typeface="Arial" panose="020B0604020202020204" pitchFamily="34" charset="0"/>
            </a:endParaRPr>
          </a:p>
        </p:txBody>
      </p:sp>
      <p:sp>
        <p:nvSpPr>
          <p:cNvPr id="13" name="CuadroTexto 12"/>
          <p:cNvSpPr txBox="1"/>
          <p:nvPr/>
        </p:nvSpPr>
        <p:spPr>
          <a:xfrm>
            <a:off x="859809" y="2100813"/>
            <a:ext cx="9567081" cy="2308324"/>
          </a:xfrm>
          <a:prstGeom prst="rect">
            <a:avLst/>
          </a:prstGeom>
          <a:noFill/>
        </p:spPr>
        <p:txBody>
          <a:bodyPr wrap="square" rtlCol="0">
            <a:spAutoFit/>
          </a:bodyPr>
          <a:lstStyle/>
          <a:p>
            <a:pPr lvl="1"/>
            <a:r>
              <a:rPr lang="es-MX" dirty="0" smtClean="0"/>
              <a:t>Queremos </a:t>
            </a:r>
            <a:r>
              <a:rPr lang="es-MX" dirty="0"/>
              <a:t>tomar la metodología de diseño que vimos para antenas </a:t>
            </a:r>
            <a:r>
              <a:rPr lang="es-MX" dirty="0" err="1"/>
              <a:t>estirables</a:t>
            </a:r>
            <a:r>
              <a:rPr lang="es-MX" dirty="0"/>
              <a:t> y aplicarla al doblado de materiales resistentes como el sustrato </a:t>
            </a:r>
            <a:r>
              <a:rPr lang="es-MX" dirty="0" err="1"/>
              <a:t>Duroid</a:t>
            </a:r>
            <a:r>
              <a:rPr lang="es-MX" dirty="0"/>
              <a:t>. La meta es investigar qué le sucede a una antena de parche cuando el sustrato se curva, específicamente cuando se dobla como un cilindro (curvatura). Esto requiere que, mediante simulación y pruebas directas con una sonda, midamos cómo el doblado hace que las propiedades clave del material y del conductor cambien o se deterioren, al igual que pasaba con el estiramiento </a:t>
            </a:r>
            <a:r>
              <a:rPr lang="es-MX" dirty="0" err="1"/>
              <a:t>uniaxial</a:t>
            </a:r>
            <a:r>
              <a:rPr lang="es-MX" dirty="0"/>
              <a:t>. Al establecer esta "receta" entre la curvatura y los parámetros eléctricos, podremos optimizar la </a:t>
            </a:r>
            <a:r>
              <a:rPr lang="es-MX" dirty="0" smtClean="0"/>
              <a:t>antena (</a:t>
            </a:r>
            <a:r>
              <a:rPr lang="en-US" dirty="0"/>
              <a:t>software </a:t>
            </a:r>
            <a:r>
              <a:rPr lang="en-US" b="1" dirty="0" err="1" smtClean="0"/>
              <a:t>PerSeO</a:t>
            </a:r>
            <a:r>
              <a:rPr lang="es-MX" dirty="0" smtClean="0"/>
              <a:t>) </a:t>
            </a:r>
            <a:r>
              <a:rPr lang="es-MX" dirty="0"/>
              <a:t>en estado plano para que mantenga un rendimiento óptimo en todas las posiciones curvadas.</a:t>
            </a:r>
            <a:endParaRPr lang="es-MX" sz="16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57455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Imagen 27">
            <a:extLst>
              <a:ext uri="{FF2B5EF4-FFF2-40B4-BE49-F238E27FC236}">
                <a16:creationId xmlns:a16="http://schemas.microsoft.com/office/drawing/2014/main" id="{24334AD4-6EB1-4C20-B212-684FE9461C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701" y="-4026093"/>
            <a:ext cx="12192000" cy="6854251"/>
          </a:xfrm>
          <a:prstGeom prst="rect">
            <a:avLst/>
          </a:prstGeom>
        </p:spPr>
      </p:pic>
      <p:sp>
        <p:nvSpPr>
          <p:cNvPr id="27" name="CuadroTexto 26">
            <a:extLst>
              <a:ext uri="{FF2B5EF4-FFF2-40B4-BE49-F238E27FC236}">
                <a16:creationId xmlns:a16="http://schemas.microsoft.com/office/drawing/2014/main" id="{534B4240-D408-4F17-8CDE-AAB831BEF75D}"/>
              </a:ext>
            </a:extLst>
          </p:cNvPr>
          <p:cNvSpPr txBox="1"/>
          <p:nvPr/>
        </p:nvSpPr>
        <p:spPr>
          <a:xfrm>
            <a:off x="2276175" y="2496097"/>
            <a:ext cx="7666383" cy="186204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500" b="1" i="0" u="none" strike="noStrike" kern="1200" cap="none" spc="0" normalizeH="0" baseline="0" noProof="0" dirty="0">
                <a:ln>
                  <a:noFill/>
                </a:ln>
                <a:solidFill>
                  <a:srgbClr val="5B87C5"/>
                </a:solidFill>
                <a:effectLst/>
                <a:uLnTx/>
                <a:uFillTx/>
                <a:latin typeface="Arial"/>
                <a:ea typeface="+mn-ea"/>
                <a:cs typeface="Arial"/>
              </a:rPr>
              <a:t>GRACIAS</a:t>
            </a:r>
          </a:p>
        </p:txBody>
      </p:sp>
      <p:sp>
        <p:nvSpPr>
          <p:cNvPr id="2" name="Marcador de número de diapositiva 1">
            <a:extLst>
              <a:ext uri="{FF2B5EF4-FFF2-40B4-BE49-F238E27FC236}">
                <a16:creationId xmlns:a16="http://schemas.microsoft.com/office/drawing/2014/main" id="{1AFA1550-C43F-4FC6-94D5-11680DE6441A}"/>
              </a:ext>
            </a:extLst>
          </p:cNvPr>
          <p:cNvSpPr>
            <a:spLocks noGrp="1"/>
          </p:cNvSpPr>
          <p:nvPr>
            <p:ph type="sldNum" sz="quarter" idx="12"/>
          </p:nvPr>
        </p:nvSpPr>
        <p:spPr/>
        <p:txBody>
          <a:bodyPr/>
          <a:lstStyle/>
          <a:p>
            <a:fld id="{67F76EE7-C3C3-4412-A933-629E31A91FEF}" type="slidenum">
              <a:rPr lang="es-CO" smtClean="0"/>
              <a:t>9</a:t>
            </a:fld>
            <a:endParaRPr lang="es-CO"/>
          </a:p>
        </p:txBody>
      </p:sp>
      <p:pic>
        <p:nvPicPr>
          <p:cNvPr id="7" name="Imagen 6">
            <a:extLst>
              <a:ext uri="{FF2B5EF4-FFF2-40B4-BE49-F238E27FC236}">
                <a16:creationId xmlns:a16="http://schemas.microsoft.com/office/drawing/2014/main" id="{C934B696-FCC6-43B0-8ED1-1ADE4EC70D2D}"/>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p:blipFill>
        <p:spPr>
          <a:xfrm>
            <a:off x="11181521" y="1"/>
            <a:ext cx="1021807" cy="1483062"/>
          </a:xfrm>
          <a:prstGeom prst="rect">
            <a:avLst/>
          </a:prstGeom>
        </p:spPr>
      </p:pic>
    </p:spTree>
    <p:extLst>
      <p:ext uri="{BB962C8B-B14F-4D97-AF65-F5344CB8AC3E}">
        <p14:creationId xmlns:p14="http://schemas.microsoft.com/office/powerpoint/2010/main" val="2423006087"/>
      </p:ext>
    </p:extLst>
  </p:cSld>
  <p:clrMapOvr>
    <a:masterClrMapping/>
  </p:clrMapOvr>
</p:sld>
</file>

<file path=ppt/theme/theme1.xml><?xml version="1.0" encoding="utf-8"?>
<a:theme xmlns:a="http://schemas.openxmlformats.org/drawingml/2006/main" name="Custom Design">
  <a:themeElements>
    <a:clrScheme name="41 Info dark">
      <a:dk1>
        <a:srgbClr val="FFFFFF"/>
      </a:dk1>
      <a:lt1>
        <a:sysClr val="window" lastClr="FFFFFF"/>
      </a:lt1>
      <a:dk2>
        <a:srgbClr val="FFFFFF"/>
      </a:dk2>
      <a:lt2>
        <a:srgbClr val="242E3D"/>
      </a:lt2>
      <a:accent1>
        <a:srgbClr val="24C7A5"/>
      </a:accent1>
      <a:accent2>
        <a:srgbClr val="9FD92E"/>
      </a:accent2>
      <a:accent3>
        <a:srgbClr val="FFA328"/>
      </a:accent3>
      <a:accent4>
        <a:srgbClr val="FF4638"/>
      </a:accent4>
      <a:accent5>
        <a:srgbClr val="7D98BF"/>
      </a:accent5>
      <a:accent6>
        <a:srgbClr val="009FD9"/>
      </a:accent6>
      <a:hlink>
        <a:srgbClr val="F33B48"/>
      </a:hlink>
      <a:folHlink>
        <a:srgbClr val="FFC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Office Theme">
  <a:themeElements>
    <a:clrScheme name="42 Info dark">
      <a:dk1>
        <a:srgbClr val="FFFFFF"/>
      </a:dk1>
      <a:lt1>
        <a:sysClr val="window" lastClr="FFFFFF"/>
      </a:lt1>
      <a:dk2>
        <a:srgbClr val="FFFFFF"/>
      </a:dk2>
      <a:lt2>
        <a:srgbClr val="242E3D"/>
      </a:lt2>
      <a:accent1>
        <a:srgbClr val="FE4A49"/>
      </a:accent1>
      <a:accent2>
        <a:srgbClr val="2AB7CA"/>
      </a:accent2>
      <a:accent3>
        <a:srgbClr val="FED766"/>
      </a:accent3>
      <a:accent4>
        <a:srgbClr val="B38CB4"/>
      </a:accent4>
      <a:accent5>
        <a:srgbClr val="087E8B"/>
      </a:accent5>
      <a:accent6>
        <a:srgbClr val="0081AF"/>
      </a:accent6>
      <a:hlink>
        <a:srgbClr val="F33B48"/>
      </a:hlink>
      <a:folHlink>
        <a:srgbClr val="FFC000"/>
      </a:folHlink>
    </a:clrScheme>
    <a:fontScheme name="Другая 1">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Diseño personalizad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8234</TotalTime>
  <Words>974</Words>
  <Application>Microsoft Office PowerPoint</Application>
  <PresentationFormat>Panorámica</PresentationFormat>
  <Paragraphs>103</Paragraphs>
  <Slides>9</Slides>
  <Notes>8</Notes>
  <HiddenSlides>0</HiddenSlides>
  <MMClips>0</MMClips>
  <ScaleCrop>false</ScaleCrop>
  <HeadingPairs>
    <vt:vector size="6" baseType="variant">
      <vt:variant>
        <vt:lpstr>Fuentes usadas</vt:lpstr>
      </vt:variant>
      <vt:variant>
        <vt:i4>6</vt:i4>
      </vt:variant>
      <vt:variant>
        <vt:lpstr>Tema</vt:lpstr>
      </vt:variant>
      <vt:variant>
        <vt:i4>4</vt:i4>
      </vt:variant>
      <vt:variant>
        <vt:lpstr>Títulos de diapositiva</vt:lpstr>
      </vt:variant>
      <vt:variant>
        <vt:i4>9</vt:i4>
      </vt:variant>
    </vt:vector>
  </HeadingPairs>
  <TitlesOfParts>
    <vt:vector size="19" baseType="lpstr">
      <vt:lpstr>Arial</vt:lpstr>
      <vt:lpstr>Calibri</vt:lpstr>
      <vt:lpstr>Calibri Light</vt:lpstr>
      <vt:lpstr>Courier New</vt:lpstr>
      <vt:lpstr>Open Sans</vt:lpstr>
      <vt:lpstr>Wingdings</vt:lpstr>
      <vt:lpstr>Custom Design</vt:lpstr>
      <vt:lpstr>4_Office Theme</vt:lpstr>
      <vt:lpstr>1_Tema de Office</vt:lpstr>
      <vt:lpstr>Diseño personalizado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USUARIO</dc:creator>
  <cp:lastModifiedBy>HP</cp:lastModifiedBy>
  <cp:revision>499</cp:revision>
  <dcterms:created xsi:type="dcterms:W3CDTF">2023-04-12T12:15:54Z</dcterms:created>
  <dcterms:modified xsi:type="dcterms:W3CDTF">2025-11-05T18:37:31Z</dcterms:modified>
</cp:coreProperties>
</file>